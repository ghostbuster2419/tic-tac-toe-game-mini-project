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7462500" cy="9753600"/>
  <p:notesSz cx="174625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163" y="3023616"/>
            <a:ext cx="14848523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0327" y="5462016"/>
            <a:ext cx="12228195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442" y="2243328"/>
            <a:ext cx="759895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6458" y="2243328"/>
            <a:ext cx="759895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442" y="390144"/>
            <a:ext cx="15721965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442" y="2243328"/>
            <a:ext cx="15721965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39409" y="9070848"/>
            <a:ext cx="5590032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442" y="9070848"/>
            <a:ext cx="4017835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77572" y="9070848"/>
            <a:ext cx="4017835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850" cy="9751829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5324773" y="8611415"/>
            <a:ext cx="2144395" cy="1142365"/>
            <a:chOff x="15324773" y="8611415"/>
            <a:chExt cx="2144395" cy="1142365"/>
          </a:xfrm>
        </p:grpSpPr>
        <p:sp>
          <p:nvSpPr>
            <p:cNvPr id="4" name="object 4" descr=""/>
            <p:cNvSpPr/>
            <p:nvPr/>
          </p:nvSpPr>
          <p:spPr>
            <a:xfrm>
              <a:off x="15671735" y="8781097"/>
              <a:ext cx="1797685" cy="956310"/>
            </a:xfrm>
            <a:custGeom>
              <a:avLst/>
              <a:gdLst/>
              <a:ahLst/>
              <a:cxnLst/>
              <a:rect l="l" t="t" r="r" b="b"/>
              <a:pathLst>
                <a:path w="1797684" h="956309">
                  <a:moveTo>
                    <a:pt x="1485496" y="956310"/>
                  </a:moveTo>
                  <a:lnTo>
                    <a:pt x="1442713" y="956310"/>
                  </a:lnTo>
                  <a:lnTo>
                    <a:pt x="1343233" y="953770"/>
                  </a:lnTo>
                  <a:lnTo>
                    <a:pt x="1126554" y="943610"/>
                  </a:lnTo>
                  <a:lnTo>
                    <a:pt x="1027036" y="935990"/>
                  </a:lnTo>
                  <a:lnTo>
                    <a:pt x="796125" y="915670"/>
                  </a:lnTo>
                  <a:lnTo>
                    <a:pt x="570480" y="891540"/>
                  </a:lnTo>
                  <a:lnTo>
                    <a:pt x="407416" y="871220"/>
                  </a:lnTo>
                  <a:lnTo>
                    <a:pt x="349076" y="862330"/>
                  </a:lnTo>
                  <a:lnTo>
                    <a:pt x="303594" y="850900"/>
                  </a:lnTo>
                  <a:lnTo>
                    <a:pt x="254540" y="831850"/>
                  </a:lnTo>
                  <a:lnTo>
                    <a:pt x="208344" y="806450"/>
                  </a:lnTo>
                  <a:lnTo>
                    <a:pt x="165124" y="777240"/>
                  </a:lnTo>
                  <a:lnTo>
                    <a:pt x="125476" y="741680"/>
                  </a:lnTo>
                  <a:lnTo>
                    <a:pt x="90710" y="702310"/>
                  </a:lnTo>
                  <a:lnTo>
                    <a:pt x="61659" y="657860"/>
                  </a:lnTo>
                  <a:lnTo>
                    <a:pt x="37013" y="610870"/>
                  </a:lnTo>
                  <a:lnTo>
                    <a:pt x="18796" y="562610"/>
                  </a:lnTo>
                  <a:lnTo>
                    <a:pt x="6533" y="510540"/>
                  </a:lnTo>
                  <a:lnTo>
                    <a:pt x="699" y="458470"/>
                  </a:lnTo>
                  <a:lnTo>
                    <a:pt x="0" y="433070"/>
                  </a:lnTo>
                  <a:lnTo>
                    <a:pt x="818" y="406400"/>
                  </a:lnTo>
                  <a:lnTo>
                    <a:pt x="7366" y="353060"/>
                  </a:lnTo>
                  <a:lnTo>
                    <a:pt x="20225" y="302260"/>
                  </a:lnTo>
                  <a:lnTo>
                    <a:pt x="38799" y="252730"/>
                  </a:lnTo>
                  <a:lnTo>
                    <a:pt x="63921" y="207010"/>
                  </a:lnTo>
                  <a:lnTo>
                    <a:pt x="94044" y="162560"/>
                  </a:lnTo>
                  <a:lnTo>
                    <a:pt x="129525" y="124460"/>
                  </a:lnTo>
                  <a:lnTo>
                    <a:pt x="169291" y="90170"/>
                  </a:lnTo>
                  <a:lnTo>
                    <a:pt x="212749" y="59690"/>
                  </a:lnTo>
                  <a:lnTo>
                    <a:pt x="259779" y="35560"/>
                  </a:lnTo>
                  <a:lnTo>
                    <a:pt x="308714" y="16510"/>
                  </a:lnTo>
                  <a:lnTo>
                    <a:pt x="359782" y="4955"/>
                  </a:lnTo>
                  <a:lnTo>
                    <a:pt x="425514" y="0"/>
                  </a:lnTo>
                  <a:lnTo>
                    <a:pt x="465519" y="0"/>
                  </a:lnTo>
                  <a:lnTo>
                    <a:pt x="864384" y="19050"/>
                  </a:lnTo>
                  <a:lnTo>
                    <a:pt x="1203221" y="29210"/>
                  </a:lnTo>
                  <a:lnTo>
                    <a:pt x="1400975" y="31750"/>
                  </a:lnTo>
                  <a:lnTo>
                    <a:pt x="1539261" y="31750"/>
                  </a:lnTo>
                  <a:lnTo>
                    <a:pt x="1554378" y="33020"/>
                  </a:lnTo>
                  <a:lnTo>
                    <a:pt x="1555864" y="33020"/>
                  </a:lnTo>
                  <a:lnTo>
                    <a:pt x="1518984" y="35560"/>
                  </a:lnTo>
                  <a:lnTo>
                    <a:pt x="1482313" y="41910"/>
                  </a:lnTo>
                  <a:lnTo>
                    <a:pt x="1409685" y="62230"/>
                  </a:lnTo>
                  <a:lnTo>
                    <a:pt x="1342429" y="92710"/>
                  </a:lnTo>
                  <a:lnTo>
                    <a:pt x="1280189" y="134620"/>
                  </a:lnTo>
                  <a:lnTo>
                    <a:pt x="1226641" y="185420"/>
                  </a:lnTo>
                  <a:lnTo>
                    <a:pt x="1181427" y="245110"/>
                  </a:lnTo>
                  <a:lnTo>
                    <a:pt x="1162836" y="276860"/>
                  </a:lnTo>
                  <a:lnTo>
                    <a:pt x="1162378" y="277639"/>
                  </a:lnTo>
                  <a:lnTo>
                    <a:pt x="1132864" y="345440"/>
                  </a:lnTo>
                  <a:lnTo>
                    <a:pt x="1122431" y="382270"/>
                  </a:lnTo>
                  <a:lnTo>
                    <a:pt x="1110302" y="455930"/>
                  </a:lnTo>
                  <a:lnTo>
                    <a:pt x="1108695" y="492760"/>
                  </a:lnTo>
                  <a:lnTo>
                    <a:pt x="1110302" y="529590"/>
                  </a:lnTo>
                  <a:lnTo>
                    <a:pt x="1122417" y="603250"/>
                  </a:lnTo>
                  <a:lnTo>
                    <a:pt x="1132745" y="640080"/>
                  </a:lnTo>
                  <a:lnTo>
                    <a:pt x="1161796" y="707390"/>
                  </a:lnTo>
                  <a:lnTo>
                    <a:pt x="1202397" y="770890"/>
                  </a:lnTo>
                  <a:lnTo>
                    <a:pt x="1252284" y="825500"/>
                  </a:lnTo>
                  <a:lnTo>
                    <a:pt x="1310506" y="873760"/>
                  </a:lnTo>
                  <a:lnTo>
                    <a:pt x="1375156" y="909320"/>
                  </a:lnTo>
                  <a:lnTo>
                    <a:pt x="1445641" y="935990"/>
                  </a:lnTo>
                  <a:lnTo>
                    <a:pt x="1518984" y="949960"/>
                  </a:lnTo>
                  <a:lnTo>
                    <a:pt x="1555864" y="952500"/>
                  </a:lnTo>
                  <a:lnTo>
                    <a:pt x="1568514" y="952500"/>
                  </a:lnTo>
                  <a:lnTo>
                    <a:pt x="1530435" y="955040"/>
                  </a:lnTo>
                  <a:lnTo>
                    <a:pt x="1485496" y="956310"/>
                  </a:lnTo>
                  <a:close/>
                </a:path>
                <a:path w="1797684" h="956309">
                  <a:moveTo>
                    <a:pt x="1555864" y="952500"/>
                  </a:moveTo>
                  <a:lnTo>
                    <a:pt x="1482313" y="943610"/>
                  </a:lnTo>
                  <a:lnTo>
                    <a:pt x="1409685" y="924560"/>
                  </a:lnTo>
                  <a:lnTo>
                    <a:pt x="1342429" y="892810"/>
                  </a:lnTo>
                  <a:lnTo>
                    <a:pt x="1280209" y="850900"/>
                  </a:lnTo>
                  <a:lnTo>
                    <a:pt x="1226492" y="800100"/>
                  </a:lnTo>
                  <a:lnTo>
                    <a:pt x="1180623" y="740410"/>
                  </a:lnTo>
                  <a:lnTo>
                    <a:pt x="1145931" y="674370"/>
                  </a:lnTo>
                  <a:lnTo>
                    <a:pt x="1122417" y="603250"/>
                  </a:lnTo>
                  <a:lnTo>
                    <a:pt x="1110302" y="529590"/>
                  </a:lnTo>
                  <a:lnTo>
                    <a:pt x="1108695" y="492760"/>
                  </a:lnTo>
                  <a:lnTo>
                    <a:pt x="1110191" y="458470"/>
                  </a:lnTo>
                  <a:lnTo>
                    <a:pt x="1115124" y="417830"/>
                  </a:lnTo>
                  <a:lnTo>
                    <a:pt x="1132864" y="345440"/>
                  </a:lnTo>
                  <a:lnTo>
                    <a:pt x="1162380" y="277639"/>
                  </a:lnTo>
                  <a:lnTo>
                    <a:pt x="1202873" y="214630"/>
                  </a:lnTo>
                  <a:lnTo>
                    <a:pt x="1252284" y="158750"/>
                  </a:lnTo>
                  <a:lnTo>
                    <a:pt x="1310506" y="113030"/>
                  </a:lnTo>
                  <a:lnTo>
                    <a:pt x="1375156" y="74930"/>
                  </a:lnTo>
                  <a:lnTo>
                    <a:pt x="1445641" y="50800"/>
                  </a:lnTo>
                  <a:lnTo>
                    <a:pt x="1518984" y="35560"/>
                  </a:lnTo>
                  <a:lnTo>
                    <a:pt x="1555864" y="33020"/>
                  </a:lnTo>
                  <a:lnTo>
                    <a:pt x="1568582" y="34290"/>
                  </a:lnTo>
                  <a:lnTo>
                    <a:pt x="1610588" y="36830"/>
                  </a:lnTo>
                  <a:lnTo>
                    <a:pt x="1642748" y="40175"/>
                  </a:lnTo>
                  <a:lnTo>
                    <a:pt x="1655258" y="42329"/>
                  </a:lnTo>
                  <a:lnTo>
                    <a:pt x="1689827" y="49530"/>
                  </a:lnTo>
                  <a:lnTo>
                    <a:pt x="1693961" y="50800"/>
                  </a:lnTo>
                  <a:lnTo>
                    <a:pt x="1690598" y="50800"/>
                  </a:lnTo>
                  <a:lnTo>
                    <a:pt x="1710496" y="55880"/>
                  </a:lnTo>
                  <a:lnTo>
                    <a:pt x="1725571" y="60960"/>
                  </a:lnTo>
                  <a:lnTo>
                    <a:pt x="1728620" y="62230"/>
                  </a:lnTo>
                  <a:lnTo>
                    <a:pt x="1726389" y="62230"/>
                  </a:lnTo>
                  <a:lnTo>
                    <a:pt x="1743868" y="68580"/>
                  </a:lnTo>
                  <a:lnTo>
                    <a:pt x="1761930" y="76200"/>
                  </a:lnTo>
                  <a:lnTo>
                    <a:pt x="1778440" y="83820"/>
                  </a:lnTo>
                  <a:lnTo>
                    <a:pt x="1796058" y="93980"/>
                  </a:lnTo>
                  <a:lnTo>
                    <a:pt x="1797114" y="95250"/>
                  </a:lnTo>
                  <a:lnTo>
                    <a:pt x="1797114" y="890270"/>
                  </a:lnTo>
                  <a:lnTo>
                    <a:pt x="1749534" y="914400"/>
                  </a:lnTo>
                  <a:lnTo>
                    <a:pt x="1711029" y="929640"/>
                  </a:lnTo>
                  <a:lnTo>
                    <a:pt x="1690790" y="934720"/>
                  </a:lnTo>
                  <a:lnTo>
                    <a:pt x="1676646" y="938530"/>
                  </a:lnTo>
                  <a:lnTo>
                    <a:pt x="1655488" y="943150"/>
                  </a:lnTo>
                  <a:lnTo>
                    <a:pt x="1642193" y="945440"/>
                  </a:lnTo>
                  <a:lnTo>
                    <a:pt x="1610989" y="948690"/>
                  </a:lnTo>
                  <a:lnTo>
                    <a:pt x="1581827" y="951230"/>
                  </a:lnTo>
                  <a:lnTo>
                    <a:pt x="1577574" y="951230"/>
                  </a:lnTo>
                  <a:lnTo>
                    <a:pt x="1555864" y="952500"/>
                  </a:lnTo>
                  <a:close/>
                </a:path>
                <a:path w="1797684" h="956309">
                  <a:moveTo>
                    <a:pt x="1568593" y="34290"/>
                  </a:moveTo>
                  <a:lnTo>
                    <a:pt x="1555864" y="33020"/>
                  </a:lnTo>
                  <a:lnTo>
                    <a:pt x="1564699" y="33020"/>
                  </a:lnTo>
                  <a:lnTo>
                    <a:pt x="1568593" y="34290"/>
                  </a:lnTo>
                  <a:close/>
                </a:path>
                <a:path w="1797684" h="956309">
                  <a:moveTo>
                    <a:pt x="1642748" y="40175"/>
                  </a:moveTo>
                  <a:lnTo>
                    <a:pt x="1610588" y="36830"/>
                  </a:lnTo>
                  <a:lnTo>
                    <a:pt x="1568593" y="34290"/>
                  </a:lnTo>
                  <a:lnTo>
                    <a:pt x="1593279" y="34290"/>
                  </a:lnTo>
                  <a:lnTo>
                    <a:pt x="1630694" y="38100"/>
                  </a:lnTo>
                  <a:lnTo>
                    <a:pt x="1642748" y="40175"/>
                  </a:lnTo>
                  <a:close/>
                </a:path>
                <a:path w="1797684" h="956309">
                  <a:moveTo>
                    <a:pt x="1677448" y="46990"/>
                  </a:moveTo>
                  <a:lnTo>
                    <a:pt x="1655258" y="42329"/>
                  </a:lnTo>
                  <a:lnTo>
                    <a:pt x="1667574" y="44450"/>
                  </a:lnTo>
                  <a:lnTo>
                    <a:pt x="1677448" y="46990"/>
                  </a:lnTo>
                  <a:close/>
                </a:path>
                <a:path w="1797684" h="956309">
                  <a:moveTo>
                    <a:pt x="1689827" y="49530"/>
                  </a:moveTo>
                  <a:lnTo>
                    <a:pt x="1677448" y="46990"/>
                  </a:lnTo>
                  <a:lnTo>
                    <a:pt x="1681162" y="46990"/>
                  </a:lnTo>
                  <a:lnTo>
                    <a:pt x="1689827" y="49530"/>
                  </a:lnTo>
                  <a:close/>
                </a:path>
                <a:path w="1797684" h="956309">
                  <a:moveTo>
                    <a:pt x="1710496" y="55880"/>
                  </a:moveTo>
                  <a:lnTo>
                    <a:pt x="1690598" y="50800"/>
                  </a:lnTo>
                  <a:lnTo>
                    <a:pt x="1700157" y="52703"/>
                  </a:lnTo>
                  <a:lnTo>
                    <a:pt x="1710496" y="55880"/>
                  </a:lnTo>
                  <a:close/>
                </a:path>
                <a:path w="1797684" h="956309">
                  <a:moveTo>
                    <a:pt x="1700157" y="52703"/>
                  </a:moveTo>
                  <a:lnTo>
                    <a:pt x="1690598" y="50800"/>
                  </a:lnTo>
                  <a:lnTo>
                    <a:pt x="1693961" y="50800"/>
                  </a:lnTo>
                  <a:lnTo>
                    <a:pt x="1700157" y="52703"/>
                  </a:lnTo>
                  <a:close/>
                </a:path>
                <a:path w="1797684" h="956309">
                  <a:moveTo>
                    <a:pt x="1710496" y="55880"/>
                  </a:moveTo>
                  <a:lnTo>
                    <a:pt x="1700157" y="52703"/>
                  </a:lnTo>
                  <a:lnTo>
                    <a:pt x="1703352" y="53340"/>
                  </a:lnTo>
                  <a:lnTo>
                    <a:pt x="1710496" y="55880"/>
                  </a:lnTo>
                  <a:close/>
                </a:path>
                <a:path w="1797684" h="956309">
                  <a:moveTo>
                    <a:pt x="1725571" y="60960"/>
                  </a:moveTo>
                  <a:lnTo>
                    <a:pt x="1710496" y="55880"/>
                  </a:lnTo>
                  <a:lnTo>
                    <a:pt x="1715199" y="57150"/>
                  </a:lnTo>
                  <a:lnTo>
                    <a:pt x="1725571" y="60960"/>
                  </a:lnTo>
                  <a:close/>
                </a:path>
                <a:path w="1797684" h="956309">
                  <a:moveTo>
                    <a:pt x="1743868" y="68580"/>
                  </a:moveTo>
                  <a:lnTo>
                    <a:pt x="1726389" y="62230"/>
                  </a:lnTo>
                  <a:lnTo>
                    <a:pt x="1734928" y="64857"/>
                  </a:lnTo>
                  <a:lnTo>
                    <a:pt x="1743868" y="68580"/>
                  </a:lnTo>
                  <a:close/>
                </a:path>
                <a:path w="1797684" h="956309">
                  <a:moveTo>
                    <a:pt x="1734928" y="64857"/>
                  </a:moveTo>
                  <a:lnTo>
                    <a:pt x="1726389" y="62230"/>
                  </a:lnTo>
                  <a:lnTo>
                    <a:pt x="1728620" y="62230"/>
                  </a:lnTo>
                  <a:lnTo>
                    <a:pt x="1734928" y="64857"/>
                  </a:lnTo>
                  <a:close/>
                </a:path>
                <a:path w="1797684" h="956309">
                  <a:moveTo>
                    <a:pt x="1743868" y="68580"/>
                  </a:moveTo>
                  <a:lnTo>
                    <a:pt x="1734928" y="64857"/>
                  </a:lnTo>
                  <a:lnTo>
                    <a:pt x="1738773" y="66040"/>
                  </a:lnTo>
                  <a:lnTo>
                    <a:pt x="1743868" y="68580"/>
                  </a:lnTo>
                  <a:close/>
                </a:path>
                <a:path w="1797684" h="956309">
                  <a:moveTo>
                    <a:pt x="1778440" y="83820"/>
                  </a:moveTo>
                  <a:lnTo>
                    <a:pt x="1761930" y="76200"/>
                  </a:lnTo>
                  <a:lnTo>
                    <a:pt x="1773123" y="81280"/>
                  </a:lnTo>
                  <a:lnTo>
                    <a:pt x="1778440" y="83820"/>
                  </a:lnTo>
                  <a:close/>
                </a:path>
                <a:path w="1797684" h="956309">
                  <a:moveTo>
                    <a:pt x="1796058" y="93980"/>
                  </a:moveTo>
                  <a:lnTo>
                    <a:pt x="1778440" y="83820"/>
                  </a:lnTo>
                  <a:lnTo>
                    <a:pt x="1783779" y="86360"/>
                  </a:lnTo>
                  <a:lnTo>
                    <a:pt x="1796058" y="93980"/>
                  </a:lnTo>
                  <a:close/>
                </a:path>
                <a:path w="1797684" h="956309">
                  <a:moveTo>
                    <a:pt x="1786522" y="897146"/>
                  </a:moveTo>
                  <a:lnTo>
                    <a:pt x="1797114" y="890270"/>
                  </a:lnTo>
                  <a:lnTo>
                    <a:pt x="1797114" y="891540"/>
                  </a:lnTo>
                  <a:lnTo>
                    <a:pt x="1786522" y="897146"/>
                  </a:lnTo>
                  <a:close/>
                </a:path>
                <a:path w="1797684" h="956309">
                  <a:moveTo>
                    <a:pt x="1750138" y="914400"/>
                  </a:moveTo>
                  <a:lnTo>
                    <a:pt x="1778220" y="901541"/>
                  </a:lnTo>
                  <a:lnTo>
                    <a:pt x="1773123" y="904240"/>
                  </a:lnTo>
                  <a:lnTo>
                    <a:pt x="1750138" y="914400"/>
                  </a:lnTo>
                  <a:close/>
                </a:path>
                <a:path w="1797684" h="956309">
                  <a:moveTo>
                    <a:pt x="1711029" y="929640"/>
                  </a:moveTo>
                  <a:lnTo>
                    <a:pt x="1721815" y="925830"/>
                  </a:lnTo>
                  <a:lnTo>
                    <a:pt x="1715199" y="928370"/>
                  </a:lnTo>
                  <a:lnTo>
                    <a:pt x="1711029" y="929640"/>
                  </a:lnTo>
                  <a:close/>
                </a:path>
                <a:path w="1797684" h="956309">
                  <a:moveTo>
                    <a:pt x="1690790" y="934720"/>
                  </a:moveTo>
                  <a:lnTo>
                    <a:pt x="1711029" y="929640"/>
                  </a:lnTo>
                  <a:lnTo>
                    <a:pt x="1703352" y="932180"/>
                  </a:lnTo>
                  <a:lnTo>
                    <a:pt x="1690790" y="934720"/>
                  </a:lnTo>
                  <a:close/>
                </a:path>
                <a:path w="1797684" h="956309">
                  <a:moveTo>
                    <a:pt x="1681296" y="938530"/>
                  </a:moveTo>
                  <a:lnTo>
                    <a:pt x="1676646" y="938530"/>
                  </a:lnTo>
                  <a:lnTo>
                    <a:pt x="1690790" y="934720"/>
                  </a:lnTo>
                  <a:lnTo>
                    <a:pt x="1681296" y="938530"/>
                  </a:lnTo>
                  <a:close/>
                </a:path>
                <a:path w="1797684" h="956309">
                  <a:moveTo>
                    <a:pt x="1655488" y="943150"/>
                  </a:moveTo>
                  <a:lnTo>
                    <a:pt x="1676646" y="938530"/>
                  </a:lnTo>
                  <a:lnTo>
                    <a:pt x="1667574" y="941070"/>
                  </a:lnTo>
                  <a:lnTo>
                    <a:pt x="1655488" y="943150"/>
                  </a:lnTo>
                  <a:close/>
                </a:path>
                <a:path w="1797684" h="956309">
                  <a:moveTo>
                    <a:pt x="1593279" y="951230"/>
                  </a:moveTo>
                  <a:lnTo>
                    <a:pt x="1581827" y="951230"/>
                  </a:lnTo>
                  <a:lnTo>
                    <a:pt x="1610989" y="948690"/>
                  </a:lnTo>
                  <a:lnTo>
                    <a:pt x="1642193" y="945440"/>
                  </a:lnTo>
                  <a:lnTo>
                    <a:pt x="1630694" y="947420"/>
                  </a:lnTo>
                  <a:lnTo>
                    <a:pt x="1593279" y="951230"/>
                  </a:lnTo>
                  <a:close/>
                </a:path>
                <a:path w="1797684" h="956309">
                  <a:moveTo>
                    <a:pt x="1576939" y="952500"/>
                  </a:moveTo>
                  <a:lnTo>
                    <a:pt x="1555864" y="952500"/>
                  </a:lnTo>
                  <a:lnTo>
                    <a:pt x="1577574" y="951230"/>
                  </a:lnTo>
                  <a:lnTo>
                    <a:pt x="1581827" y="951230"/>
                  </a:lnTo>
                  <a:lnTo>
                    <a:pt x="1576939" y="952500"/>
                  </a:lnTo>
                  <a:close/>
                </a:path>
              </a:pathLst>
            </a:custGeom>
            <a:solidFill>
              <a:srgbClr val="1D1D1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5324773" y="8611415"/>
              <a:ext cx="2144395" cy="1142365"/>
            </a:xfrm>
            <a:custGeom>
              <a:avLst/>
              <a:gdLst/>
              <a:ahLst/>
              <a:cxnLst/>
              <a:rect l="l" t="t" r="r" b="b"/>
              <a:pathLst>
                <a:path w="2144394" h="1142365">
                  <a:moveTo>
                    <a:pt x="2071857" y="1142184"/>
                  </a:moveTo>
                  <a:lnTo>
                    <a:pt x="451116" y="1142184"/>
                  </a:lnTo>
                  <a:lnTo>
                    <a:pt x="444581" y="1140531"/>
                  </a:lnTo>
                  <a:lnTo>
                    <a:pt x="421005" y="1135517"/>
                  </a:lnTo>
                  <a:lnTo>
                    <a:pt x="418147" y="1134564"/>
                  </a:lnTo>
                  <a:lnTo>
                    <a:pt x="416242" y="1134564"/>
                  </a:lnTo>
                  <a:lnTo>
                    <a:pt x="400654" y="1131760"/>
                  </a:lnTo>
                  <a:lnTo>
                    <a:pt x="361385" y="1128003"/>
                  </a:lnTo>
                  <a:lnTo>
                    <a:pt x="308252" y="1121706"/>
                  </a:lnTo>
                  <a:lnTo>
                    <a:pt x="251071" y="1111281"/>
                  </a:lnTo>
                  <a:lnTo>
                    <a:pt x="199659" y="1095141"/>
                  </a:lnTo>
                  <a:lnTo>
                    <a:pt x="163830" y="1071699"/>
                  </a:lnTo>
                  <a:lnTo>
                    <a:pt x="144180" y="1034671"/>
                  </a:lnTo>
                  <a:lnTo>
                    <a:pt x="134902" y="985022"/>
                  </a:lnTo>
                  <a:lnTo>
                    <a:pt x="131921" y="929181"/>
                  </a:lnTo>
                  <a:lnTo>
                    <a:pt x="131162" y="873579"/>
                  </a:lnTo>
                  <a:lnTo>
                    <a:pt x="128552" y="824645"/>
                  </a:lnTo>
                  <a:lnTo>
                    <a:pt x="120015" y="788807"/>
                  </a:lnTo>
                  <a:lnTo>
                    <a:pt x="109656" y="772465"/>
                  </a:lnTo>
                  <a:lnTo>
                    <a:pt x="97869" y="760946"/>
                  </a:lnTo>
                  <a:lnTo>
                    <a:pt x="85725" y="750498"/>
                  </a:lnTo>
                  <a:lnTo>
                    <a:pt x="74295" y="737372"/>
                  </a:lnTo>
                  <a:lnTo>
                    <a:pt x="48220" y="693557"/>
                  </a:lnTo>
                  <a:lnTo>
                    <a:pt x="25717" y="644027"/>
                  </a:lnTo>
                  <a:lnTo>
                    <a:pt x="8215" y="580924"/>
                  </a:lnTo>
                  <a:lnTo>
                    <a:pt x="0" y="542109"/>
                  </a:lnTo>
                  <a:lnTo>
                    <a:pt x="4286" y="454732"/>
                  </a:lnTo>
                  <a:lnTo>
                    <a:pt x="10001" y="397448"/>
                  </a:lnTo>
                  <a:lnTo>
                    <a:pt x="25717" y="333512"/>
                  </a:lnTo>
                  <a:lnTo>
                    <a:pt x="47148" y="285410"/>
                  </a:lnTo>
                  <a:lnTo>
                    <a:pt x="74295" y="240167"/>
                  </a:lnTo>
                  <a:lnTo>
                    <a:pt x="107037" y="198852"/>
                  </a:lnTo>
                  <a:lnTo>
                    <a:pt x="144780" y="161109"/>
                  </a:lnTo>
                  <a:lnTo>
                    <a:pt x="186332" y="128605"/>
                  </a:lnTo>
                  <a:lnTo>
                    <a:pt x="231457" y="101102"/>
                  </a:lnTo>
                  <a:lnTo>
                    <a:pt x="279558" y="79670"/>
                  </a:lnTo>
                  <a:lnTo>
                    <a:pt x="330517" y="63954"/>
                  </a:lnTo>
                  <a:lnTo>
                    <a:pt x="395406" y="54548"/>
                  </a:lnTo>
                  <a:lnTo>
                    <a:pt x="435292" y="51572"/>
                  </a:lnTo>
                  <a:lnTo>
                    <a:pt x="1013427" y="46230"/>
                  </a:lnTo>
                  <a:lnTo>
                    <a:pt x="1177092" y="42162"/>
                  </a:lnTo>
                  <a:lnTo>
                    <a:pt x="1229677" y="40142"/>
                  </a:lnTo>
                  <a:lnTo>
                    <a:pt x="1278623" y="36336"/>
                  </a:lnTo>
                  <a:lnTo>
                    <a:pt x="1327099" y="30084"/>
                  </a:lnTo>
                  <a:lnTo>
                    <a:pt x="1423015" y="14569"/>
                  </a:lnTo>
                  <a:lnTo>
                    <a:pt x="1470644" y="7471"/>
                  </a:lnTo>
                  <a:lnTo>
                    <a:pt x="1518179" y="2253"/>
                  </a:lnTo>
                  <a:lnTo>
                    <a:pt x="1565714" y="0"/>
                  </a:lnTo>
                  <a:lnTo>
                    <a:pt x="1613343" y="1791"/>
                  </a:lnTo>
                  <a:lnTo>
                    <a:pt x="1661160" y="8709"/>
                  </a:lnTo>
                  <a:lnTo>
                    <a:pt x="1708261" y="21179"/>
                  </a:lnTo>
                  <a:lnTo>
                    <a:pt x="1760065" y="39557"/>
                  </a:lnTo>
                  <a:lnTo>
                    <a:pt x="1814801" y="62572"/>
                  </a:lnTo>
                  <a:lnTo>
                    <a:pt x="1870701" y="88954"/>
                  </a:lnTo>
                  <a:lnTo>
                    <a:pt x="1925995" y="117431"/>
                  </a:lnTo>
                  <a:lnTo>
                    <a:pt x="1978915" y="146732"/>
                  </a:lnTo>
                  <a:lnTo>
                    <a:pt x="2027692" y="175587"/>
                  </a:lnTo>
                  <a:lnTo>
                    <a:pt x="2070556" y="202724"/>
                  </a:lnTo>
                  <a:lnTo>
                    <a:pt x="2105738" y="226873"/>
                  </a:lnTo>
                  <a:lnTo>
                    <a:pt x="2144078" y="259237"/>
                  </a:lnTo>
                  <a:lnTo>
                    <a:pt x="2144078" y="1109183"/>
                  </a:lnTo>
                  <a:lnTo>
                    <a:pt x="2100173" y="1128894"/>
                  </a:lnTo>
                  <a:lnTo>
                    <a:pt x="2087880" y="1133612"/>
                  </a:lnTo>
                  <a:lnTo>
                    <a:pt x="2086059" y="1134564"/>
                  </a:lnTo>
                  <a:lnTo>
                    <a:pt x="418147" y="1134564"/>
                  </a:lnTo>
                  <a:lnTo>
                    <a:pt x="415290" y="1135517"/>
                  </a:lnTo>
                  <a:lnTo>
                    <a:pt x="2084238" y="1135517"/>
                  </a:lnTo>
                  <a:lnTo>
                    <a:pt x="2075616" y="1140026"/>
                  </a:lnTo>
                  <a:lnTo>
                    <a:pt x="2071857" y="1142184"/>
                  </a:lnTo>
                  <a:close/>
                </a:path>
              </a:pathLst>
            </a:custGeom>
            <a:solidFill>
              <a:srgbClr val="1B1B18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850" cy="9751829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3391852" y="656272"/>
            <a:ext cx="10820400" cy="1320800"/>
          </a:xfrm>
          <a:custGeom>
            <a:avLst/>
            <a:gdLst/>
            <a:ahLst/>
            <a:cxnLst/>
            <a:rect l="l" t="t" r="r" b="b"/>
            <a:pathLst>
              <a:path w="10820400" h="1320800">
                <a:moveTo>
                  <a:pt x="10786317" y="888999"/>
                </a:moveTo>
                <a:lnTo>
                  <a:pt x="275272" y="888999"/>
                </a:lnTo>
                <a:lnTo>
                  <a:pt x="247947" y="850899"/>
                </a:lnTo>
                <a:lnTo>
                  <a:pt x="238124" y="838199"/>
                </a:lnTo>
                <a:lnTo>
                  <a:pt x="232409" y="838199"/>
                </a:lnTo>
                <a:lnTo>
                  <a:pt x="231457" y="825499"/>
                </a:lnTo>
                <a:lnTo>
                  <a:pt x="223837" y="825499"/>
                </a:lnTo>
                <a:lnTo>
                  <a:pt x="208537" y="812799"/>
                </a:lnTo>
                <a:lnTo>
                  <a:pt x="187880" y="800099"/>
                </a:lnTo>
                <a:lnTo>
                  <a:pt x="165437" y="787399"/>
                </a:lnTo>
                <a:lnTo>
                  <a:pt x="144779" y="774699"/>
                </a:lnTo>
                <a:lnTo>
                  <a:pt x="126280" y="749299"/>
                </a:lnTo>
                <a:lnTo>
                  <a:pt x="108227" y="736599"/>
                </a:lnTo>
                <a:lnTo>
                  <a:pt x="91067" y="711199"/>
                </a:lnTo>
                <a:lnTo>
                  <a:pt x="75247" y="685799"/>
                </a:lnTo>
                <a:lnTo>
                  <a:pt x="60811" y="673099"/>
                </a:lnTo>
                <a:lnTo>
                  <a:pt x="47624" y="647699"/>
                </a:lnTo>
                <a:lnTo>
                  <a:pt x="35867" y="622299"/>
                </a:lnTo>
                <a:lnTo>
                  <a:pt x="25717" y="596899"/>
                </a:lnTo>
                <a:lnTo>
                  <a:pt x="16475" y="571499"/>
                </a:lnTo>
                <a:lnTo>
                  <a:pt x="8215" y="533399"/>
                </a:lnTo>
                <a:lnTo>
                  <a:pt x="2277" y="507999"/>
                </a:lnTo>
                <a:lnTo>
                  <a:pt x="4286" y="406399"/>
                </a:lnTo>
                <a:lnTo>
                  <a:pt x="10001" y="342899"/>
                </a:lnTo>
                <a:lnTo>
                  <a:pt x="17144" y="304799"/>
                </a:lnTo>
                <a:lnTo>
                  <a:pt x="35867" y="253999"/>
                </a:lnTo>
                <a:lnTo>
                  <a:pt x="47624" y="241299"/>
                </a:lnTo>
                <a:lnTo>
                  <a:pt x="60811" y="215899"/>
                </a:lnTo>
                <a:lnTo>
                  <a:pt x="75247" y="190499"/>
                </a:lnTo>
                <a:lnTo>
                  <a:pt x="90948" y="165099"/>
                </a:lnTo>
                <a:lnTo>
                  <a:pt x="107989" y="152399"/>
                </a:lnTo>
                <a:lnTo>
                  <a:pt x="126280" y="126999"/>
                </a:lnTo>
                <a:lnTo>
                  <a:pt x="145732" y="114299"/>
                </a:lnTo>
                <a:lnTo>
                  <a:pt x="165839" y="88899"/>
                </a:lnTo>
                <a:lnTo>
                  <a:pt x="187285" y="76199"/>
                </a:lnTo>
                <a:lnTo>
                  <a:pt x="209624" y="63499"/>
                </a:lnTo>
                <a:lnTo>
                  <a:pt x="232409" y="50799"/>
                </a:lnTo>
                <a:lnTo>
                  <a:pt x="256460" y="38099"/>
                </a:lnTo>
                <a:lnTo>
                  <a:pt x="281225" y="25399"/>
                </a:lnTo>
                <a:lnTo>
                  <a:pt x="306347" y="25399"/>
                </a:lnTo>
                <a:lnTo>
                  <a:pt x="331469" y="12699"/>
                </a:lnTo>
                <a:lnTo>
                  <a:pt x="362455" y="12699"/>
                </a:lnTo>
                <a:lnTo>
                  <a:pt x="397192" y="0"/>
                </a:lnTo>
                <a:lnTo>
                  <a:pt x="1402997" y="0"/>
                </a:lnTo>
                <a:lnTo>
                  <a:pt x="1450419" y="12699"/>
                </a:lnTo>
                <a:lnTo>
                  <a:pt x="1540712" y="38099"/>
                </a:lnTo>
                <a:lnTo>
                  <a:pt x="5052059" y="38099"/>
                </a:lnTo>
                <a:lnTo>
                  <a:pt x="5069591" y="50799"/>
                </a:lnTo>
                <a:lnTo>
                  <a:pt x="5117603" y="50799"/>
                </a:lnTo>
                <a:lnTo>
                  <a:pt x="5132307" y="63499"/>
                </a:lnTo>
                <a:lnTo>
                  <a:pt x="5150226" y="63499"/>
                </a:lnTo>
                <a:lnTo>
                  <a:pt x="5166359" y="76199"/>
                </a:lnTo>
                <a:lnTo>
                  <a:pt x="5182492" y="76199"/>
                </a:lnTo>
                <a:lnTo>
                  <a:pt x="5200411" y="88899"/>
                </a:lnTo>
                <a:lnTo>
                  <a:pt x="5221604" y="88899"/>
                </a:lnTo>
                <a:lnTo>
                  <a:pt x="5227319" y="101599"/>
                </a:lnTo>
                <a:lnTo>
                  <a:pt x="5240178" y="101599"/>
                </a:lnTo>
                <a:lnTo>
                  <a:pt x="5270182" y="126999"/>
                </a:lnTo>
                <a:lnTo>
                  <a:pt x="5284603" y="139699"/>
                </a:lnTo>
                <a:lnTo>
                  <a:pt x="5300543" y="152399"/>
                </a:lnTo>
                <a:lnTo>
                  <a:pt x="5313446" y="152399"/>
                </a:lnTo>
                <a:lnTo>
                  <a:pt x="5318759" y="165099"/>
                </a:lnTo>
                <a:lnTo>
                  <a:pt x="5322882" y="165099"/>
                </a:lnTo>
                <a:lnTo>
                  <a:pt x="5331737" y="177799"/>
                </a:lnTo>
                <a:lnTo>
                  <a:pt x="5342200" y="190499"/>
                </a:lnTo>
                <a:lnTo>
                  <a:pt x="5351144" y="190499"/>
                </a:lnTo>
                <a:lnTo>
                  <a:pt x="5355907" y="203199"/>
                </a:lnTo>
                <a:lnTo>
                  <a:pt x="10437048" y="203199"/>
                </a:lnTo>
                <a:lnTo>
                  <a:pt x="10443209" y="215899"/>
                </a:lnTo>
                <a:lnTo>
                  <a:pt x="10482187" y="215899"/>
                </a:lnTo>
                <a:lnTo>
                  <a:pt x="10494525" y="228599"/>
                </a:lnTo>
                <a:lnTo>
                  <a:pt x="10507399" y="228599"/>
                </a:lnTo>
                <a:lnTo>
                  <a:pt x="10520362" y="241299"/>
                </a:lnTo>
                <a:lnTo>
                  <a:pt x="10533354" y="241299"/>
                </a:lnTo>
                <a:lnTo>
                  <a:pt x="10547151" y="253999"/>
                </a:lnTo>
                <a:lnTo>
                  <a:pt x="10560411" y="253999"/>
                </a:lnTo>
                <a:lnTo>
                  <a:pt x="10571797" y="266699"/>
                </a:lnTo>
                <a:lnTo>
                  <a:pt x="10583107" y="266699"/>
                </a:lnTo>
                <a:lnTo>
                  <a:pt x="10588004" y="279399"/>
                </a:lnTo>
                <a:lnTo>
                  <a:pt x="10605253" y="279399"/>
                </a:lnTo>
                <a:lnTo>
                  <a:pt x="10611251" y="292099"/>
                </a:lnTo>
                <a:lnTo>
                  <a:pt x="10617517" y="292099"/>
                </a:lnTo>
                <a:lnTo>
                  <a:pt x="10626967" y="304799"/>
                </a:lnTo>
                <a:lnTo>
                  <a:pt x="10636686" y="317499"/>
                </a:lnTo>
                <a:lnTo>
                  <a:pt x="10646583" y="317499"/>
                </a:lnTo>
                <a:lnTo>
                  <a:pt x="10656569" y="330199"/>
                </a:lnTo>
                <a:lnTo>
                  <a:pt x="10667404" y="342899"/>
                </a:lnTo>
                <a:lnTo>
                  <a:pt x="10678953" y="355599"/>
                </a:lnTo>
                <a:lnTo>
                  <a:pt x="10689787" y="355599"/>
                </a:lnTo>
                <a:lnTo>
                  <a:pt x="10698479" y="368299"/>
                </a:lnTo>
                <a:lnTo>
                  <a:pt x="10703256" y="380999"/>
                </a:lnTo>
                <a:lnTo>
                  <a:pt x="10709596" y="380999"/>
                </a:lnTo>
                <a:lnTo>
                  <a:pt x="10712767" y="393699"/>
                </a:lnTo>
                <a:lnTo>
                  <a:pt x="10717365" y="393699"/>
                </a:lnTo>
                <a:lnTo>
                  <a:pt x="10727634" y="406399"/>
                </a:lnTo>
                <a:lnTo>
                  <a:pt x="10732769" y="419099"/>
                </a:lnTo>
                <a:lnTo>
                  <a:pt x="10738752" y="419099"/>
                </a:lnTo>
                <a:lnTo>
                  <a:pt x="10749646" y="444499"/>
                </a:lnTo>
                <a:lnTo>
                  <a:pt x="10755629" y="469899"/>
                </a:lnTo>
                <a:lnTo>
                  <a:pt x="10762907" y="482599"/>
                </a:lnTo>
                <a:lnTo>
                  <a:pt x="10770988" y="482599"/>
                </a:lnTo>
                <a:lnTo>
                  <a:pt x="10778534" y="495299"/>
                </a:lnTo>
                <a:lnTo>
                  <a:pt x="10784204" y="507999"/>
                </a:lnTo>
                <a:lnTo>
                  <a:pt x="10786853" y="520699"/>
                </a:lnTo>
                <a:lnTo>
                  <a:pt x="10788252" y="520699"/>
                </a:lnTo>
                <a:lnTo>
                  <a:pt x="10789294" y="533399"/>
                </a:lnTo>
                <a:lnTo>
                  <a:pt x="10790872" y="533399"/>
                </a:lnTo>
                <a:lnTo>
                  <a:pt x="10793461" y="546099"/>
                </a:lnTo>
                <a:lnTo>
                  <a:pt x="10796587" y="546099"/>
                </a:lnTo>
                <a:lnTo>
                  <a:pt x="10799712" y="558799"/>
                </a:lnTo>
                <a:lnTo>
                  <a:pt x="10802302" y="558799"/>
                </a:lnTo>
                <a:lnTo>
                  <a:pt x="10804400" y="571499"/>
                </a:lnTo>
                <a:lnTo>
                  <a:pt x="10805516" y="584199"/>
                </a:lnTo>
                <a:lnTo>
                  <a:pt x="10806454" y="609599"/>
                </a:lnTo>
                <a:lnTo>
                  <a:pt x="10808017" y="622299"/>
                </a:lnTo>
                <a:lnTo>
                  <a:pt x="10811023" y="634999"/>
                </a:lnTo>
                <a:lnTo>
                  <a:pt x="10814922" y="647699"/>
                </a:lnTo>
                <a:lnTo>
                  <a:pt x="10818464" y="660399"/>
                </a:lnTo>
                <a:lnTo>
                  <a:pt x="10820399" y="673099"/>
                </a:lnTo>
                <a:lnTo>
                  <a:pt x="10819953" y="685799"/>
                </a:lnTo>
                <a:lnTo>
                  <a:pt x="10818970" y="685799"/>
                </a:lnTo>
                <a:lnTo>
                  <a:pt x="10817988" y="698499"/>
                </a:lnTo>
                <a:lnTo>
                  <a:pt x="10817542" y="698499"/>
                </a:lnTo>
                <a:lnTo>
                  <a:pt x="10817988" y="711199"/>
                </a:lnTo>
                <a:lnTo>
                  <a:pt x="10818970" y="711199"/>
                </a:lnTo>
                <a:lnTo>
                  <a:pt x="10819953" y="723899"/>
                </a:lnTo>
                <a:lnTo>
                  <a:pt x="10820399" y="723899"/>
                </a:lnTo>
                <a:lnTo>
                  <a:pt x="10818464" y="736599"/>
                </a:lnTo>
                <a:lnTo>
                  <a:pt x="10814922" y="761999"/>
                </a:lnTo>
                <a:lnTo>
                  <a:pt x="10811023" y="774699"/>
                </a:lnTo>
                <a:lnTo>
                  <a:pt x="10808017" y="787399"/>
                </a:lnTo>
                <a:lnTo>
                  <a:pt x="10806454" y="800099"/>
                </a:lnTo>
                <a:lnTo>
                  <a:pt x="10805516" y="812799"/>
                </a:lnTo>
                <a:lnTo>
                  <a:pt x="10804400" y="825499"/>
                </a:lnTo>
                <a:lnTo>
                  <a:pt x="10802302" y="838199"/>
                </a:lnTo>
                <a:lnTo>
                  <a:pt x="10799712" y="850899"/>
                </a:lnTo>
                <a:lnTo>
                  <a:pt x="10796587" y="850899"/>
                </a:lnTo>
                <a:lnTo>
                  <a:pt x="10793461" y="863599"/>
                </a:lnTo>
                <a:lnTo>
                  <a:pt x="10790872" y="863599"/>
                </a:lnTo>
                <a:lnTo>
                  <a:pt x="10788758" y="876299"/>
                </a:lnTo>
                <a:lnTo>
                  <a:pt x="10787538" y="876299"/>
                </a:lnTo>
                <a:lnTo>
                  <a:pt x="10786317" y="888999"/>
                </a:lnTo>
                <a:close/>
              </a:path>
              <a:path w="10820400" h="1320800">
                <a:moveTo>
                  <a:pt x="10375968" y="203199"/>
                </a:moveTo>
                <a:lnTo>
                  <a:pt x="5355907" y="203199"/>
                </a:lnTo>
                <a:lnTo>
                  <a:pt x="5356859" y="190499"/>
                </a:lnTo>
                <a:lnTo>
                  <a:pt x="10361294" y="190499"/>
                </a:lnTo>
                <a:lnTo>
                  <a:pt x="10375968" y="203199"/>
                </a:lnTo>
                <a:close/>
              </a:path>
              <a:path w="10820400" h="1320800">
                <a:moveTo>
                  <a:pt x="10732769" y="990599"/>
                </a:moveTo>
                <a:lnTo>
                  <a:pt x="449222" y="990599"/>
                </a:lnTo>
                <a:lnTo>
                  <a:pt x="423862" y="977899"/>
                </a:lnTo>
                <a:lnTo>
                  <a:pt x="408295" y="965199"/>
                </a:lnTo>
                <a:lnTo>
                  <a:pt x="390763" y="965199"/>
                </a:lnTo>
                <a:lnTo>
                  <a:pt x="376445" y="952499"/>
                </a:lnTo>
                <a:lnTo>
                  <a:pt x="364956" y="952499"/>
                </a:lnTo>
                <a:lnTo>
                  <a:pt x="352424" y="939799"/>
                </a:lnTo>
                <a:lnTo>
                  <a:pt x="337036" y="927099"/>
                </a:lnTo>
                <a:lnTo>
                  <a:pt x="322897" y="914399"/>
                </a:lnTo>
                <a:lnTo>
                  <a:pt x="309160" y="914399"/>
                </a:lnTo>
                <a:lnTo>
                  <a:pt x="293727" y="901699"/>
                </a:lnTo>
                <a:lnTo>
                  <a:pt x="280972" y="888999"/>
                </a:lnTo>
                <a:lnTo>
                  <a:pt x="10784204" y="888999"/>
                </a:lnTo>
                <a:lnTo>
                  <a:pt x="10778534" y="901699"/>
                </a:lnTo>
                <a:lnTo>
                  <a:pt x="10770988" y="914399"/>
                </a:lnTo>
                <a:lnTo>
                  <a:pt x="10762907" y="927099"/>
                </a:lnTo>
                <a:lnTo>
                  <a:pt x="10755629" y="939799"/>
                </a:lnTo>
                <a:lnTo>
                  <a:pt x="10749512" y="952499"/>
                </a:lnTo>
                <a:lnTo>
                  <a:pt x="10743842" y="965199"/>
                </a:lnTo>
                <a:lnTo>
                  <a:pt x="10738350" y="977899"/>
                </a:lnTo>
                <a:lnTo>
                  <a:pt x="10732769" y="990599"/>
                </a:lnTo>
                <a:close/>
              </a:path>
              <a:path w="10820400" h="1320800">
                <a:moveTo>
                  <a:pt x="10722411" y="1003299"/>
                </a:moveTo>
                <a:lnTo>
                  <a:pt x="478154" y="1003299"/>
                </a:lnTo>
                <a:lnTo>
                  <a:pt x="462572" y="990599"/>
                </a:lnTo>
                <a:lnTo>
                  <a:pt x="10727634" y="990599"/>
                </a:lnTo>
                <a:lnTo>
                  <a:pt x="10722411" y="1003299"/>
                </a:lnTo>
                <a:close/>
              </a:path>
              <a:path w="10820400" h="1320800">
                <a:moveTo>
                  <a:pt x="2645791" y="1041399"/>
                </a:moveTo>
                <a:lnTo>
                  <a:pt x="629602" y="1041399"/>
                </a:lnTo>
                <a:lnTo>
                  <a:pt x="583034" y="1028699"/>
                </a:lnTo>
                <a:lnTo>
                  <a:pt x="542805" y="1015999"/>
                </a:lnTo>
                <a:lnTo>
                  <a:pt x="508114" y="1003299"/>
                </a:lnTo>
                <a:lnTo>
                  <a:pt x="10717365" y="1003299"/>
                </a:lnTo>
                <a:lnTo>
                  <a:pt x="10712767" y="1015999"/>
                </a:lnTo>
                <a:lnTo>
                  <a:pt x="2664142" y="1015999"/>
                </a:lnTo>
                <a:lnTo>
                  <a:pt x="2656596" y="1028699"/>
                </a:lnTo>
                <a:lnTo>
                  <a:pt x="2650212" y="1028699"/>
                </a:lnTo>
                <a:lnTo>
                  <a:pt x="2645791" y="1041399"/>
                </a:lnTo>
                <a:close/>
              </a:path>
              <a:path w="10820400" h="1320800">
                <a:moveTo>
                  <a:pt x="3314699" y="1028699"/>
                </a:moveTo>
                <a:lnTo>
                  <a:pt x="3189763" y="1028699"/>
                </a:lnTo>
                <a:lnTo>
                  <a:pt x="2999102" y="1015999"/>
                </a:lnTo>
                <a:lnTo>
                  <a:pt x="3318509" y="1015999"/>
                </a:lnTo>
                <a:lnTo>
                  <a:pt x="3314699" y="1028699"/>
                </a:lnTo>
                <a:close/>
              </a:path>
              <a:path w="10820400" h="1320800">
                <a:moveTo>
                  <a:pt x="10578018" y="1142999"/>
                </a:moveTo>
                <a:lnTo>
                  <a:pt x="3391852" y="1142999"/>
                </a:lnTo>
                <a:lnTo>
                  <a:pt x="3388399" y="1130299"/>
                </a:lnTo>
                <a:lnTo>
                  <a:pt x="3379946" y="1117599"/>
                </a:lnTo>
                <a:lnTo>
                  <a:pt x="3369349" y="1104899"/>
                </a:lnTo>
                <a:lnTo>
                  <a:pt x="3359467" y="1092199"/>
                </a:lnTo>
                <a:lnTo>
                  <a:pt x="3350135" y="1079499"/>
                </a:lnTo>
                <a:lnTo>
                  <a:pt x="3339822" y="1054099"/>
                </a:lnTo>
                <a:lnTo>
                  <a:pt x="3331472" y="1041399"/>
                </a:lnTo>
                <a:lnTo>
                  <a:pt x="3327082" y="1041399"/>
                </a:lnTo>
                <a:lnTo>
                  <a:pt x="3326129" y="1028699"/>
                </a:lnTo>
                <a:lnTo>
                  <a:pt x="3318509" y="1015999"/>
                </a:lnTo>
                <a:lnTo>
                  <a:pt x="10709195" y="1015999"/>
                </a:lnTo>
                <a:lnTo>
                  <a:pt x="10706337" y="1028699"/>
                </a:lnTo>
                <a:lnTo>
                  <a:pt x="10698479" y="1028699"/>
                </a:lnTo>
                <a:lnTo>
                  <a:pt x="10689787" y="1041399"/>
                </a:lnTo>
                <a:lnTo>
                  <a:pt x="10678953" y="1054099"/>
                </a:lnTo>
                <a:lnTo>
                  <a:pt x="10667404" y="1066799"/>
                </a:lnTo>
                <a:lnTo>
                  <a:pt x="10656569" y="1066799"/>
                </a:lnTo>
                <a:lnTo>
                  <a:pt x="10646181" y="1079499"/>
                </a:lnTo>
                <a:lnTo>
                  <a:pt x="10636328" y="1092199"/>
                </a:lnTo>
                <a:lnTo>
                  <a:pt x="10626833" y="1104899"/>
                </a:lnTo>
                <a:lnTo>
                  <a:pt x="10617517" y="1104899"/>
                </a:lnTo>
                <a:lnTo>
                  <a:pt x="10611102" y="1117599"/>
                </a:lnTo>
                <a:lnTo>
                  <a:pt x="10598630" y="1117599"/>
                </a:lnTo>
                <a:lnTo>
                  <a:pt x="10592752" y="1130299"/>
                </a:lnTo>
                <a:lnTo>
                  <a:pt x="10582988" y="1130299"/>
                </a:lnTo>
                <a:lnTo>
                  <a:pt x="10578018" y="1142999"/>
                </a:lnTo>
                <a:close/>
              </a:path>
              <a:path w="10820400" h="1320800">
                <a:moveTo>
                  <a:pt x="2524363" y="1104899"/>
                </a:moveTo>
                <a:lnTo>
                  <a:pt x="953594" y="1104899"/>
                </a:lnTo>
                <a:lnTo>
                  <a:pt x="848466" y="1079499"/>
                </a:lnTo>
                <a:lnTo>
                  <a:pt x="798304" y="1066799"/>
                </a:lnTo>
                <a:lnTo>
                  <a:pt x="750654" y="1066799"/>
                </a:lnTo>
                <a:lnTo>
                  <a:pt x="706198" y="1054099"/>
                </a:lnTo>
                <a:lnTo>
                  <a:pt x="665620" y="1041399"/>
                </a:lnTo>
                <a:lnTo>
                  <a:pt x="2638276" y="1041399"/>
                </a:lnTo>
                <a:lnTo>
                  <a:pt x="2625089" y="1054099"/>
                </a:lnTo>
                <a:lnTo>
                  <a:pt x="2609046" y="1054099"/>
                </a:lnTo>
                <a:lnTo>
                  <a:pt x="2594609" y="1066799"/>
                </a:lnTo>
                <a:lnTo>
                  <a:pt x="2579771" y="1079499"/>
                </a:lnTo>
                <a:lnTo>
                  <a:pt x="2563772" y="1079499"/>
                </a:lnTo>
                <a:lnTo>
                  <a:pt x="2550809" y="1092199"/>
                </a:lnTo>
                <a:lnTo>
                  <a:pt x="2538739" y="1092199"/>
                </a:lnTo>
                <a:lnTo>
                  <a:pt x="2524363" y="1104899"/>
                </a:lnTo>
                <a:close/>
              </a:path>
              <a:path w="10820400" h="1320800">
                <a:moveTo>
                  <a:pt x="2474669" y="1117599"/>
                </a:moveTo>
                <a:lnTo>
                  <a:pt x="1060578" y="1117599"/>
                </a:lnTo>
                <a:lnTo>
                  <a:pt x="1007196" y="1104899"/>
                </a:lnTo>
                <a:lnTo>
                  <a:pt x="2490787" y="1104899"/>
                </a:lnTo>
                <a:lnTo>
                  <a:pt x="2474669" y="1117599"/>
                </a:lnTo>
                <a:close/>
              </a:path>
              <a:path w="10820400" h="1320800">
                <a:moveTo>
                  <a:pt x="2323147" y="1130299"/>
                </a:moveTo>
                <a:lnTo>
                  <a:pt x="1163954" y="1130299"/>
                </a:lnTo>
                <a:lnTo>
                  <a:pt x="1113058" y="1117599"/>
                </a:lnTo>
                <a:lnTo>
                  <a:pt x="2344816" y="1117599"/>
                </a:lnTo>
                <a:lnTo>
                  <a:pt x="2323147" y="1130299"/>
                </a:lnTo>
                <a:close/>
              </a:path>
              <a:path w="10820400" h="1320800">
                <a:moveTo>
                  <a:pt x="2004765" y="1142999"/>
                </a:moveTo>
                <a:lnTo>
                  <a:pt x="1268280" y="1142999"/>
                </a:lnTo>
                <a:lnTo>
                  <a:pt x="1215896" y="1130299"/>
                </a:lnTo>
                <a:lnTo>
                  <a:pt x="2073314" y="1130299"/>
                </a:lnTo>
                <a:lnTo>
                  <a:pt x="2004765" y="1142999"/>
                </a:lnTo>
                <a:close/>
              </a:path>
              <a:path w="10820400" h="1320800">
                <a:moveTo>
                  <a:pt x="10470832" y="1193799"/>
                </a:moveTo>
                <a:lnTo>
                  <a:pt x="3440429" y="1193799"/>
                </a:lnTo>
                <a:lnTo>
                  <a:pt x="3427705" y="1181099"/>
                </a:lnTo>
                <a:lnTo>
                  <a:pt x="3413640" y="1168399"/>
                </a:lnTo>
                <a:lnTo>
                  <a:pt x="3402255" y="1155699"/>
                </a:lnTo>
                <a:lnTo>
                  <a:pt x="3397567" y="1142999"/>
                </a:lnTo>
                <a:lnTo>
                  <a:pt x="10560411" y="1142999"/>
                </a:lnTo>
                <a:lnTo>
                  <a:pt x="10547151" y="1155699"/>
                </a:lnTo>
                <a:lnTo>
                  <a:pt x="10533354" y="1155699"/>
                </a:lnTo>
                <a:lnTo>
                  <a:pt x="10520362" y="1168399"/>
                </a:lnTo>
                <a:lnTo>
                  <a:pt x="10507399" y="1168399"/>
                </a:lnTo>
                <a:lnTo>
                  <a:pt x="10494525" y="1181099"/>
                </a:lnTo>
                <a:lnTo>
                  <a:pt x="10482187" y="1181099"/>
                </a:lnTo>
                <a:lnTo>
                  <a:pt x="10470832" y="1193799"/>
                </a:lnTo>
                <a:close/>
              </a:path>
              <a:path w="10820400" h="1320800">
                <a:moveTo>
                  <a:pt x="4518659" y="1219199"/>
                </a:moveTo>
                <a:lnTo>
                  <a:pt x="3467695" y="1219199"/>
                </a:lnTo>
                <a:lnTo>
                  <a:pt x="3453571" y="1193799"/>
                </a:lnTo>
                <a:lnTo>
                  <a:pt x="10437048" y="1193799"/>
                </a:lnTo>
                <a:lnTo>
                  <a:pt x="10424725" y="1206499"/>
                </a:lnTo>
                <a:lnTo>
                  <a:pt x="4570762" y="1206499"/>
                </a:lnTo>
                <a:lnTo>
                  <a:pt x="4518659" y="1219199"/>
                </a:lnTo>
                <a:close/>
              </a:path>
              <a:path w="10820400" h="1320800">
                <a:moveTo>
                  <a:pt x="10323388" y="1219199"/>
                </a:moveTo>
                <a:lnTo>
                  <a:pt x="7920603" y="1219199"/>
                </a:lnTo>
                <a:lnTo>
                  <a:pt x="7822432" y="1206499"/>
                </a:lnTo>
                <a:lnTo>
                  <a:pt x="10336648" y="1206499"/>
                </a:lnTo>
                <a:lnTo>
                  <a:pt x="10323388" y="1219199"/>
                </a:lnTo>
                <a:close/>
              </a:path>
              <a:path w="10820400" h="1320800">
                <a:moveTo>
                  <a:pt x="4212193" y="1231899"/>
                </a:moveTo>
                <a:lnTo>
                  <a:pt x="3484244" y="1231899"/>
                </a:lnTo>
                <a:lnTo>
                  <a:pt x="3479140" y="1219199"/>
                </a:lnTo>
                <a:lnTo>
                  <a:pt x="4273345" y="1219199"/>
                </a:lnTo>
                <a:lnTo>
                  <a:pt x="4212193" y="1231899"/>
                </a:lnTo>
                <a:close/>
              </a:path>
              <a:path w="10820400" h="1320800">
                <a:moveTo>
                  <a:pt x="4077326" y="1244599"/>
                </a:moveTo>
                <a:lnTo>
                  <a:pt x="3504366" y="1244599"/>
                </a:lnTo>
                <a:lnTo>
                  <a:pt x="3490421" y="1231899"/>
                </a:lnTo>
                <a:lnTo>
                  <a:pt x="4111174" y="1231899"/>
                </a:lnTo>
                <a:lnTo>
                  <a:pt x="4077326" y="1244599"/>
                </a:lnTo>
                <a:close/>
              </a:path>
              <a:path w="10820400" h="1320800">
                <a:moveTo>
                  <a:pt x="3997642" y="1282699"/>
                </a:moveTo>
                <a:lnTo>
                  <a:pt x="3568898" y="1282699"/>
                </a:lnTo>
                <a:lnTo>
                  <a:pt x="3551916" y="1269999"/>
                </a:lnTo>
                <a:lnTo>
                  <a:pt x="3521347" y="1244599"/>
                </a:lnTo>
                <a:lnTo>
                  <a:pt x="4053839" y="1244599"/>
                </a:lnTo>
                <a:lnTo>
                  <a:pt x="4052887" y="1257299"/>
                </a:lnTo>
                <a:lnTo>
                  <a:pt x="4032051" y="1257299"/>
                </a:lnTo>
                <a:lnTo>
                  <a:pt x="4014177" y="1269999"/>
                </a:lnTo>
                <a:lnTo>
                  <a:pt x="3997642" y="1282699"/>
                </a:lnTo>
                <a:close/>
              </a:path>
              <a:path w="10820400" h="1320800">
                <a:moveTo>
                  <a:pt x="3964066" y="1295399"/>
                </a:moveTo>
                <a:lnTo>
                  <a:pt x="3589019" y="1295399"/>
                </a:lnTo>
                <a:lnTo>
                  <a:pt x="3582843" y="1282699"/>
                </a:lnTo>
                <a:lnTo>
                  <a:pt x="3981658" y="1282699"/>
                </a:lnTo>
                <a:lnTo>
                  <a:pt x="3964066" y="1295399"/>
                </a:lnTo>
                <a:close/>
              </a:path>
              <a:path w="10820400" h="1320800">
                <a:moveTo>
                  <a:pt x="3884294" y="1320799"/>
                </a:moveTo>
                <a:lnTo>
                  <a:pt x="3682960" y="1320799"/>
                </a:lnTo>
                <a:lnTo>
                  <a:pt x="3664103" y="1308099"/>
                </a:lnTo>
                <a:lnTo>
                  <a:pt x="3630141" y="1295399"/>
                </a:lnTo>
                <a:lnTo>
                  <a:pt x="3949689" y="1295399"/>
                </a:lnTo>
                <a:lnTo>
                  <a:pt x="3943349" y="1308099"/>
                </a:lnTo>
                <a:lnTo>
                  <a:pt x="3901826" y="1308099"/>
                </a:lnTo>
                <a:lnTo>
                  <a:pt x="3884294" y="1320799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5701960" y="8737877"/>
            <a:ext cx="1767205" cy="1014730"/>
          </a:xfrm>
          <a:custGeom>
            <a:avLst/>
            <a:gdLst/>
            <a:ahLst/>
            <a:cxnLst/>
            <a:rect l="l" t="t" r="r" b="b"/>
            <a:pathLst>
              <a:path w="1767205" h="1014729">
                <a:moveTo>
                  <a:pt x="1184348" y="1014729"/>
                </a:moveTo>
                <a:lnTo>
                  <a:pt x="678159" y="1014729"/>
                </a:lnTo>
                <a:lnTo>
                  <a:pt x="658241" y="1007109"/>
                </a:lnTo>
                <a:lnTo>
                  <a:pt x="521004" y="943609"/>
                </a:lnTo>
                <a:lnTo>
                  <a:pt x="478859" y="924559"/>
                </a:lnTo>
                <a:lnTo>
                  <a:pt x="439102" y="908049"/>
                </a:lnTo>
                <a:lnTo>
                  <a:pt x="388694" y="887729"/>
                </a:lnTo>
                <a:lnTo>
                  <a:pt x="294204" y="848359"/>
                </a:lnTo>
                <a:lnTo>
                  <a:pt x="251495" y="828039"/>
                </a:lnTo>
                <a:lnTo>
                  <a:pt x="213523" y="807719"/>
                </a:lnTo>
                <a:lnTo>
                  <a:pt x="157266" y="770889"/>
                </a:lnTo>
                <a:lnTo>
                  <a:pt x="120565" y="736599"/>
                </a:lnTo>
                <a:lnTo>
                  <a:pt x="87778" y="697229"/>
                </a:lnTo>
                <a:lnTo>
                  <a:pt x="58548" y="652779"/>
                </a:lnTo>
                <a:lnTo>
                  <a:pt x="34855" y="605789"/>
                </a:lnTo>
                <a:lnTo>
                  <a:pt x="17055" y="556259"/>
                </a:lnTo>
                <a:lnTo>
                  <a:pt x="5491" y="505459"/>
                </a:lnTo>
                <a:lnTo>
                  <a:pt x="163" y="453389"/>
                </a:lnTo>
                <a:lnTo>
                  <a:pt x="39" y="433069"/>
                </a:lnTo>
                <a:lnTo>
                  <a:pt x="0" y="426719"/>
                </a:lnTo>
                <a:lnTo>
                  <a:pt x="4286" y="374649"/>
                </a:lnTo>
                <a:lnTo>
                  <a:pt x="14287" y="322579"/>
                </a:lnTo>
                <a:lnTo>
                  <a:pt x="31313" y="273049"/>
                </a:lnTo>
                <a:lnTo>
                  <a:pt x="53339" y="226059"/>
                </a:lnTo>
                <a:lnTo>
                  <a:pt x="80855" y="181609"/>
                </a:lnTo>
                <a:lnTo>
                  <a:pt x="114078" y="139923"/>
                </a:lnTo>
                <a:lnTo>
                  <a:pt x="152519" y="104139"/>
                </a:lnTo>
                <a:lnTo>
                  <a:pt x="194309" y="72389"/>
                </a:lnTo>
                <a:lnTo>
                  <a:pt x="239553" y="45719"/>
                </a:lnTo>
                <a:lnTo>
                  <a:pt x="287654" y="24129"/>
                </a:lnTo>
                <a:lnTo>
                  <a:pt x="338732" y="10159"/>
                </a:lnTo>
                <a:lnTo>
                  <a:pt x="390524" y="1269"/>
                </a:lnTo>
                <a:lnTo>
                  <a:pt x="416540" y="0"/>
                </a:lnTo>
                <a:lnTo>
                  <a:pt x="442912" y="0"/>
                </a:lnTo>
                <a:lnTo>
                  <a:pt x="495299" y="3809"/>
                </a:lnTo>
                <a:lnTo>
                  <a:pt x="558641" y="19049"/>
                </a:lnTo>
                <a:lnTo>
                  <a:pt x="596264" y="30479"/>
                </a:lnTo>
                <a:lnTo>
                  <a:pt x="658618" y="57149"/>
                </a:lnTo>
                <a:lnTo>
                  <a:pt x="717800" y="85089"/>
                </a:lnTo>
                <a:lnTo>
                  <a:pt x="773887" y="114299"/>
                </a:lnTo>
                <a:lnTo>
                  <a:pt x="826954" y="143509"/>
                </a:lnTo>
                <a:lnTo>
                  <a:pt x="968745" y="224765"/>
                </a:lnTo>
                <a:lnTo>
                  <a:pt x="1010530" y="247649"/>
                </a:lnTo>
                <a:lnTo>
                  <a:pt x="1049643" y="267969"/>
                </a:lnTo>
                <a:lnTo>
                  <a:pt x="1086158" y="284479"/>
                </a:lnTo>
                <a:lnTo>
                  <a:pt x="1096175" y="288289"/>
                </a:lnTo>
                <a:lnTo>
                  <a:pt x="1085016" y="300989"/>
                </a:lnTo>
                <a:lnTo>
                  <a:pt x="1063570" y="332739"/>
                </a:lnTo>
                <a:lnTo>
                  <a:pt x="1028878" y="397509"/>
                </a:lnTo>
                <a:lnTo>
                  <a:pt x="1004708" y="468629"/>
                </a:lnTo>
                <a:lnTo>
                  <a:pt x="992981" y="542289"/>
                </a:lnTo>
                <a:lnTo>
                  <a:pt x="991552" y="580389"/>
                </a:lnTo>
                <a:lnTo>
                  <a:pt x="992973" y="617011"/>
                </a:lnTo>
                <a:lnTo>
                  <a:pt x="1004708" y="690879"/>
                </a:lnTo>
                <a:lnTo>
                  <a:pt x="1028878" y="761999"/>
                </a:lnTo>
                <a:lnTo>
                  <a:pt x="1063570" y="826769"/>
                </a:lnTo>
                <a:lnTo>
                  <a:pt x="1108784" y="886459"/>
                </a:lnTo>
                <a:lnTo>
                  <a:pt x="1162749" y="937259"/>
                </a:lnTo>
                <a:lnTo>
                  <a:pt x="1225108" y="980439"/>
                </a:lnTo>
                <a:lnTo>
                  <a:pt x="1242297" y="989329"/>
                </a:lnTo>
                <a:lnTo>
                  <a:pt x="1202089" y="1007109"/>
                </a:lnTo>
                <a:lnTo>
                  <a:pt x="1184348" y="1014729"/>
                </a:lnTo>
                <a:close/>
              </a:path>
              <a:path w="1767205" h="1014729">
                <a:moveTo>
                  <a:pt x="1766887" y="304799"/>
                </a:moveTo>
                <a:lnTo>
                  <a:pt x="1181099" y="304799"/>
                </a:lnTo>
                <a:lnTo>
                  <a:pt x="1223973" y="293369"/>
                </a:lnTo>
                <a:lnTo>
                  <a:pt x="1265280" y="267969"/>
                </a:lnTo>
                <a:lnTo>
                  <a:pt x="1305088" y="233679"/>
                </a:lnTo>
                <a:lnTo>
                  <a:pt x="1343463" y="198119"/>
                </a:lnTo>
                <a:lnTo>
                  <a:pt x="1380472" y="162559"/>
                </a:lnTo>
                <a:lnTo>
                  <a:pt x="1416181" y="135889"/>
                </a:lnTo>
                <a:lnTo>
                  <a:pt x="1449992" y="120649"/>
                </a:lnTo>
                <a:lnTo>
                  <a:pt x="1450657" y="119379"/>
                </a:lnTo>
                <a:lnTo>
                  <a:pt x="1490052" y="116839"/>
                </a:lnTo>
                <a:lnTo>
                  <a:pt x="1517923" y="120649"/>
                </a:lnTo>
                <a:lnTo>
                  <a:pt x="1475779" y="120649"/>
                </a:lnTo>
                <a:lnTo>
                  <a:pt x="1513239" y="123189"/>
                </a:lnTo>
                <a:lnTo>
                  <a:pt x="1549717" y="130809"/>
                </a:lnTo>
                <a:lnTo>
                  <a:pt x="1584622" y="139381"/>
                </a:lnTo>
                <a:lnTo>
                  <a:pt x="1613367" y="149859"/>
                </a:lnTo>
                <a:lnTo>
                  <a:pt x="1624741" y="153669"/>
                </a:lnTo>
                <a:lnTo>
                  <a:pt x="1632212" y="157479"/>
                </a:lnTo>
                <a:lnTo>
                  <a:pt x="1647663" y="163829"/>
                </a:lnTo>
                <a:lnTo>
                  <a:pt x="1658640" y="170179"/>
                </a:lnTo>
                <a:lnTo>
                  <a:pt x="1678970" y="180185"/>
                </a:lnTo>
                <a:lnTo>
                  <a:pt x="1681236" y="181609"/>
                </a:lnTo>
                <a:lnTo>
                  <a:pt x="1679917" y="181609"/>
                </a:lnTo>
                <a:lnTo>
                  <a:pt x="1690999" y="187959"/>
                </a:lnTo>
                <a:lnTo>
                  <a:pt x="1718233" y="205368"/>
                </a:lnTo>
                <a:lnTo>
                  <a:pt x="1719306" y="206113"/>
                </a:lnTo>
                <a:lnTo>
                  <a:pt x="1720390" y="207009"/>
                </a:lnTo>
                <a:lnTo>
                  <a:pt x="1719663" y="207009"/>
                </a:lnTo>
                <a:lnTo>
                  <a:pt x="1742175" y="224564"/>
                </a:lnTo>
                <a:lnTo>
                  <a:pt x="1742635" y="224963"/>
                </a:lnTo>
                <a:lnTo>
                  <a:pt x="1743302" y="225465"/>
                </a:lnTo>
                <a:lnTo>
                  <a:pt x="1744038" y="226059"/>
                </a:lnTo>
                <a:lnTo>
                  <a:pt x="1743563" y="226059"/>
                </a:lnTo>
                <a:lnTo>
                  <a:pt x="1748432" y="229869"/>
                </a:lnTo>
                <a:lnTo>
                  <a:pt x="1752450" y="232409"/>
                </a:lnTo>
                <a:lnTo>
                  <a:pt x="1753730" y="233679"/>
                </a:lnTo>
                <a:lnTo>
                  <a:pt x="1757451" y="237489"/>
                </a:lnTo>
                <a:lnTo>
                  <a:pt x="1763968" y="243839"/>
                </a:lnTo>
                <a:lnTo>
                  <a:pt x="1766887" y="246379"/>
                </a:lnTo>
                <a:lnTo>
                  <a:pt x="1766887" y="304799"/>
                </a:lnTo>
                <a:close/>
              </a:path>
              <a:path w="1767205" h="1014729">
                <a:moveTo>
                  <a:pt x="1181099" y="304799"/>
                </a:moveTo>
                <a:lnTo>
                  <a:pt x="1151819" y="303529"/>
                </a:lnTo>
                <a:lnTo>
                  <a:pt x="1120197" y="295909"/>
                </a:lnTo>
                <a:lnTo>
                  <a:pt x="1096175" y="288289"/>
                </a:lnTo>
                <a:lnTo>
                  <a:pt x="1108784" y="271779"/>
                </a:lnTo>
                <a:lnTo>
                  <a:pt x="1162749" y="220979"/>
                </a:lnTo>
                <a:lnTo>
                  <a:pt x="1225108" y="179069"/>
                </a:lnTo>
                <a:lnTo>
                  <a:pt x="1292229" y="148589"/>
                </a:lnTo>
                <a:lnTo>
                  <a:pt x="1364471" y="128269"/>
                </a:lnTo>
                <a:lnTo>
                  <a:pt x="1438140" y="119379"/>
                </a:lnTo>
                <a:lnTo>
                  <a:pt x="1449992" y="120649"/>
                </a:lnTo>
                <a:lnTo>
                  <a:pt x="1416181" y="135889"/>
                </a:lnTo>
                <a:lnTo>
                  <a:pt x="1380472" y="162559"/>
                </a:lnTo>
                <a:lnTo>
                  <a:pt x="1343463" y="198119"/>
                </a:lnTo>
                <a:lnTo>
                  <a:pt x="1305088" y="233679"/>
                </a:lnTo>
                <a:lnTo>
                  <a:pt x="1265280" y="267969"/>
                </a:lnTo>
                <a:lnTo>
                  <a:pt x="1223973" y="293369"/>
                </a:lnTo>
                <a:lnTo>
                  <a:pt x="1181099" y="304799"/>
                </a:lnTo>
                <a:close/>
              </a:path>
              <a:path w="1767205" h="1014729">
                <a:moveTo>
                  <a:pt x="1584623" y="139381"/>
                </a:moveTo>
                <a:lnTo>
                  <a:pt x="1549717" y="130809"/>
                </a:lnTo>
                <a:lnTo>
                  <a:pt x="1513239" y="123189"/>
                </a:lnTo>
                <a:lnTo>
                  <a:pt x="1475779" y="120649"/>
                </a:lnTo>
                <a:lnTo>
                  <a:pt x="1517923" y="120649"/>
                </a:lnTo>
                <a:lnTo>
                  <a:pt x="1527214" y="121919"/>
                </a:lnTo>
                <a:lnTo>
                  <a:pt x="1562769" y="132079"/>
                </a:lnTo>
                <a:lnTo>
                  <a:pt x="1582352" y="138554"/>
                </a:lnTo>
                <a:lnTo>
                  <a:pt x="1584623" y="139381"/>
                </a:lnTo>
                <a:close/>
              </a:path>
              <a:path w="1767205" h="1014729">
                <a:moveTo>
                  <a:pt x="1585445" y="139602"/>
                </a:moveTo>
                <a:lnTo>
                  <a:pt x="1584623" y="139381"/>
                </a:lnTo>
                <a:lnTo>
                  <a:pt x="1582352" y="138554"/>
                </a:lnTo>
                <a:lnTo>
                  <a:pt x="1584855" y="139381"/>
                </a:lnTo>
                <a:lnTo>
                  <a:pt x="1585445" y="139602"/>
                </a:lnTo>
                <a:close/>
              </a:path>
              <a:path w="1767205" h="1014729">
                <a:moveTo>
                  <a:pt x="1586457" y="139923"/>
                </a:moveTo>
                <a:lnTo>
                  <a:pt x="1585228" y="139602"/>
                </a:lnTo>
                <a:lnTo>
                  <a:pt x="1584623" y="139381"/>
                </a:lnTo>
                <a:lnTo>
                  <a:pt x="1586457" y="139923"/>
                </a:lnTo>
                <a:close/>
              </a:path>
              <a:path w="1767205" h="1014729">
                <a:moveTo>
                  <a:pt x="1586493" y="139923"/>
                </a:moveTo>
                <a:lnTo>
                  <a:pt x="1584622" y="139381"/>
                </a:lnTo>
                <a:lnTo>
                  <a:pt x="1585519" y="139602"/>
                </a:lnTo>
                <a:lnTo>
                  <a:pt x="1586393" y="139923"/>
                </a:lnTo>
                <a:close/>
              </a:path>
              <a:path w="1767205" h="1014729">
                <a:moveTo>
                  <a:pt x="1609919" y="148589"/>
                </a:moveTo>
                <a:lnTo>
                  <a:pt x="1585226" y="139602"/>
                </a:lnTo>
                <a:lnTo>
                  <a:pt x="1586393" y="139923"/>
                </a:lnTo>
                <a:lnTo>
                  <a:pt x="1609919" y="148589"/>
                </a:lnTo>
                <a:close/>
              </a:path>
              <a:path w="1767205" h="1014729">
                <a:moveTo>
                  <a:pt x="1613367" y="149859"/>
                </a:moveTo>
                <a:lnTo>
                  <a:pt x="1586393" y="139923"/>
                </a:lnTo>
                <a:lnTo>
                  <a:pt x="1597342" y="143509"/>
                </a:lnTo>
                <a:lnTo>
                  <a:pt x="1613367" y="149859"/>
                </a:lnTo>
                <a:close/>
              </a:path>
              <a:path w="1767205" h="1014729">
                <a:moveTo>
                  <a:pt x="1658640" y="170179"/>
                </a:moveTo>
                <a:lnTo>
                  <a:pt x="1647663" y="163829"/>
                </a:lnTo>
                <a:lnTo>
                  <a:pt x="1655266" y="167639"/>
                </a:lnTo>
                <a:lnTo>
                  <a:pt x="1658640" y="170179"/>
                </a:lnTo>
                <a:close/>
              </a:path>
              <a:path w="1767205" h="1014729">
                <a:moveTo>
                  <a:pt x="1678979" y="180185"/>
                </a:moveTo>
                <a:lnTo>
                  <a:pt x="1658640" y="170179"/>
                </a:lnTo>
                <a:lnTo>
                  <a:pt x="1666279" y="172719"/>
                </a:lnTo>
                <a:lnTo>
                  <a:pt x="1678979" y="180185"/>
                </a:lnTo>
                <a:close/>
              </a:path>
              <a:path w="1767205" h="1014729">
                <a:moveTo>
                  <a:pt x="1690999" y="187959"/>
                </a:moveTo>
                <a:lnTo>
                  <a:pt x="1679917" y="181609"/>
                </a:lnTo>
                <a:lnTo>
                  <a:pt x="1684997" y="184056"/>
                </a:lnTo>
                <a:lnTo>
                  <a:pt x="1690999" y="187959"/>
                </a:lnTo>
                <a:close/>
              </a:path>
              <a:path w="1767205" h="1014729">
                <a:moveTo>
                  <a:pt x="1684997" y="184056"/>
                </a:moveTo>
                <a:lnTo>
                  <a:pt x="1679917" y="181609"/>
                </a:lnTo>
                <a:lnTo>
                  <a:pt x="1681236" y="181609"/>
                </a:lnTo>
                <a:lnTo>
                  <a:pt x="1684997" y="184056"/>
                </a:lnTo>
                <a:close/>
              </a:path>
              <a:path w="1767205" h="1014729">
                <a:moveTo>
                  <a:pt x="1690999" y="187959"/>
                </a:moveTo>
                <a:lnTo>
                  <a:pt x="1684997" y="184056"/>
                </a:lnTo>
                <a:lnTo>
                  <a:pt x="1687829" y="185419"/>
                </a:lnTo>
                <a:lnTo>
                  <a:pt x="1690999" y="187959"/>
                </a:lnTo>
                <a:close/>
              </a:path>
              <a:path w="1767205" h="1014729">
                <a:moveTo>
                  <a:pt x="1718239" y="205368"/>
                </a:moveTo>
                <a:lnTo>
                  <a:pt x="1690999" y="187959"/>
                </a:lnTo>
                <a:lnTo>
                  <a:pt x="1698738" y="191769"/>
                </a:lnTo>
                <a:lnTo>
                  <a:pt x="1718239" y="205368"/>
                </a:lnTo>
                <a:close/>
              </a:path>
              <a:path w="1767205" h="1014729">
                <a:moveTo>
                  <a:pt x="1742184" y="224564"/>
                </a:moveTo>
                <a:lnTo>
                  <a:pt x="1719663" y="207009"/>
                </a:lnTo>
                <a:lnTo>
                  <a:pt x="1725014" y="210734"/>
                </a:lnTo>
                <a:lnTo>
                  <a:pt x="1742184" y="224564"/>
                </a:lnTo>
                <a:close/>
              </a:path>
              <a:path w="1767205" h="1014729">
                <a:moveTo>
                  <a:pt x="1725014" y="210734"/>
                </a:moveTo>
                <a:lnTo>
                  <a:pt x="1719663" y="207009"/>
                </a:lnTo>
                <a:lnTo>
                  <a:pt x="1720390" y="207009"/>
                </a:lnTo>
                <a:lnTo>
                  <a:pt x="1725014" y="210734"/>
                </a:lnTo>
                <a:close/>
              </a:path>
              <a:path w="1767205" h="1014729">
                <a:moveTo>
                  <a:pt x="1742184" y="224564"/>
                </a:moveTo>
                <a:lnTo>
                  <a:pt x="1725014" y="210734"/>
                </a:lnTo>
                <a:lnTo>
                  <a:pt x="1728787" y="213359"/>
                </a:lnTo>
                <a:lnTo>
                  <a:pt x="1738537" y="220979"/>
                </a:lnTo>
                <a:lnTo>
                  <a:pt x="1742184" y="224564"/>
                </a:lnTo>
                <a:close/>
              </a:path>
              <a:path w="1767205" h="1014729">
                <a:moveTo>
                  <a:pt x="1752450" y="232409"/>
                </a:moveTo>
                <a:lnTo>
                  <a:pt x="1743563" y="226059"/>
                </a:lnTo>
                <a:lnTo>
                  <a:pt x="1744085" y="226059"/>
                </a:lnTo>
                <a:lnTo>
                  <a:pt x="1752450" y="232409"/>
                </a:lnTo>
                <a:close/>
              </a:path>
              <a:path w="1767205" h="1014729">
                <a:moveTo>
                  <a:pt x="1242297" y="989329"/>
                </a:moveTo>
                <a:lnTo>
                  <a:pt x="1193050" y="960063"/>
                </a:lnTo>
                <a:lnTo>
                  <a:pt x="1134427" y="913129"/>
                </a:lnTo>
                <a:lnTo>
                  <a:pt x="1085016" y="857249"/>
                </a:lnTo>
                <a:lnTo>
                  <a:pt x="1044892" y="795019"/>
                </a:lnTo>
                <a:lnTo>
                  <a:pt x="1015364" y="726439"/>
                </a:lnTo>
                <a:lnTo>
                  <a:pt x="997267" y="654049"/>
                </a:lnTo>
                <a:lnTo>
                  <a:pt x="991601" y="581659"/>
                </a:lnTo>
                <a:lnTo>
                  <a:pt x="991552" y="580389"/>
                </a:lnTo>
                <a:lnTo>
                  <a:pt x="992981" y="542289"/>
                </a:lnTo>
                <a:lnTo>
                  <a:pt x="1004708" y="468629"/>
                </a:lnTo>
                <a:lnTo>
                  <a:pt x="1028878" y="397509"/>
                </a:lnTo>
                <a:lnTo>
                  <a:pt x="1063570" y="332739"/>
                </a:lnTo>
                <a:lnTo>
                  <a:pt x="1085016" y="300989"/>
                </a:lnTo>
                <a:lnTo>
                  <a:pt x="1096175" y="288289"/>
                </a:lnTo>
                <a:lnTo>
                  <a:pt x="1120197" y="295909"/>
                </a:lnTo>
                <a:lnTo>
                  <a:pt x="1151819" y="303529"/>
                </a:lnTo>
                <a:lnTo>
                  <a:pt x="1181099" y="304799"/>
                </a:lnTo>
                <a:lnTo>
                  <a:pt x="1766887" y="304799"/>
                </a:lnTo>
                <a:lnTo>
                  <a:pt x="1766887" y="883919"/>
                </a:lnTo>
                <a:lnTo>
                  <a:pt x="1492585" y="883919"/>
                </a:lnTo>
                <a:lnTo>
                  <a:pt x="1469058" y="887729"/>
                </a:lnTo>
                <a:lnTo>
                  <a:pt x="1437498" y="897889"/>
                </a:lnTo>
                <a:lnTo>
                  <a:pt x="1399130" y="914399"/>
                </a:lnTo>
                <a:lnTo>
                  <a:pt x="1355242" y="934691"/>
                </a:lnTo>
                <a:lnTo>
                  <a:pt x="1242297" y="989329"/>
                </a:lnTo>
                <a:close/>
              </a:path>
              <a:path w="1767205" h="1014729">
                <a:moveTo>
                  <a:pt x="1455267" y="1014729"/>
                </a:moveTo>
                <a:lnTo>
                  <a:pt x="1304120" y="1014729"/>
                </a:lnTo>
                <a:lnTo>
                  <a:pt x="1292229" y="1010919"/>
                </a:lnTo>
                <a:lnTo>
                  <a:pt x="1258105" y="996879"/>
                </a:lnTo>
                <a:lnTo>
                  <a:pt x="1242297" y="989329"/>
                </a:lnTo>
                <a:lnTo>
                  <a:pt x="1355242" y="934691"/>
                </a:lnTo>
                <a:lnTo>
                  <a:pt x="1399130" y="914399"/>
                </a:lnTo>
                <a:lnTo>
                  <a:pt x="1437498" y="897889"/>
                </a:lnTo>
                <a:lnTo>
                  <a:pt x="1469058" y="887729"/>
                </a:lnTo>
                <a:lnTo>
                  <a:pt x="1492585" y="883919"/>
                </a:lnTo>
                <a:lnTo>
                  <a:pt x="1506854" y="888999"/>
                </a:lnTo>
                <a:lnTo>
                  <a:pt x="1504769" y="916660"/>
                </a:lnTo>
                <a:lnTo>
                  <a:pt x="1504652" y="918209"/>
                </a:lnTo>
                <a:lnTo>
                  <a:pt x="1502697" y="922019"/>
                </a:lnTo>
                <a:lnTo>
                  <a:pt x="1501765" y="923711"/>
                </a:lnTo>
                <a:lnTo>
                  <a:pt x="1479311" y="966497"/>
                </a:lnTo>
                <a:lnTo>
                  <a:pt x="1455955" y="1010919"/>
                </a:lnTo>
                <a:lnTo>
                  <a:pt x="1455267" y="1014729"/>
                </a:lnTo>
                <a:close/>
              </a:path>
              <a:path w="1767205" h="1014729">
                <a:moveTo>
                  <a:pt x="1596706" y="1014729"/>
                </a:moveTo>
                <a:lnTo>
                  <a:pt x="1455267" y="1014729"/>
                </a:lnTo>
                <a:lnTo>
                  <a:pt x="1455955" y="1010919"/>
                </a:lnTo>
                <a:lnTo>
                  <a:pt x="1480543" y="965199"/>
                </a:lnTo>
                <a:lnTo>
                  <a:pt x="1501829" y="923711"/>
                </a:lnTo>
                <a:lnTo>
                  <a:pt x="1502652" y="922019"/>
                </a:lnTo>
                <a:lnTo>
                  <a:pt x="1504652" y="918209"/>
                </a:lnTo>
                <a:lnTo>
                  <a:pt x="1506854" y="888999"/>
                </a:lnTo>
                <a:lnTo>
                  <a:pt x="1492585" y="883919"/>
                </a:lnTo>
                <a:lnTo>
                  <a:pt x="1766887" y="883919"/>
                </a:lnTo>
                <a:lnTo>
                  <a:pt x="1766887" y="913129"/>
                </a:lnTo>
                <a:lnTo>
                  <a:pt x="1765782" y="914399"/>
                </a:lnTo>
                <a:lnTo>
                  <a:pt x="1765477" y="914399"/>
                </a:lnTo>
                <a:lnTo>
                  <a:pt x="1753883" y="924559"/>
                </a:lnTo>
                <a:lnTo>
                  <a:pt x="1754246" y="924559"/>
                </a:lnTo>
                <a:lnTo>
                  <a:pt x="1742759" y="934691"/>
                </a:lnTo>
                <a:lnTo>
                  <a:pt x="1741961" y="934691"/>
                </a:lnTo>
                <a:lnTo>
                  <a:pt x="1741403" y="935215"/>
                </a:lnTo>
                <a:lnTo>
                  <a:pt x="1738918" y="937259"/>
                </a:lnTo>
                <a:lnTo>
                  <a:pt x="1722344" y="951229"/>
                </a:lnTo>
                <a:lnTo>
                  <a:pt x="1708348" y="959714"/>
                </a:lnTo>
                <a:lnTo>
                  <a:pt x="1709365" y="959714"/>
                </a:lnTo>
                <a:lnTo>
                  <a:pt x="1708254" y="960530"/>
                </a:lnTo>
                <a:lnTo>
                  <a:pt x="1703081" y="963929"/>
                </a:lnTo>
                <a:lnTo>
                  <a:pt x="1702401" y="963929"/>
                </a:lnTo>
                <a:lnTo>
                  <a:pt x="1698840" y="966716"/>
                </a:lnTo>
                <a:lnTo>
                  <a:pt x="1697283" y="967739"/>
                </a:lnTo>
                <a:lnTo>
                  <a:pt x="1669299" y="984249"/>
                </a:lnTo>
                <a:lnTo>
                  <a:pt x="1666517" y="985519"/>
                </a:lnTo>
                <a:lnTo>
                  <a:pt x="1664316" y="986789"/>
                </a:lnTo>
                <a:lnTo>
                  <a:pt x="1643101" y="996879"/>
                </a:lnTo>
                <a:lnTo>
                  <a:pt x="1624625" y="1004569"/>
                </a:lnTo>
                <a:lnTo>
                  <a:pt x="1614812" y="1008379"/>
                </a:lnTo>
                <a:lnTo>
                  <a:pt x="1596706" y="1014729"/>
                </a:lnTo>
                <a:close/>
              </a:path>
              <a:path w="1767205" h="1014729">
                <a:moveTo>
                  <a:pt x="1753883" y="924559"/>
                </a:moveTo>
                <a:lnTo>
                  <a:pt x="1765477" y="914399"/>
                </a:lnTo>
                <a:lnTo>
                  <a:pt x="1763216" y="916660"/>
                </a:lnTo>
                <a:lnTo>
                  <a:pt x="1755210" y="923711"/>
                </a:lnTo>
                <a:lnTo>
                  <a:pt x="1753883" y="924559"/>
                </a:lnTo>
                <a:close/>
              </a:path>
              <a:path w="1767205" h="1014729">
                <a:moveTo>
                  <a:pt x="1763216" y="916660"/>
                </a:moveTo>
                <a:lnTo>
                  <a:pt x="1765477" y="914399"/>
                </a:lnTo>
                <a:lnTo>
                  <a:pt x="1765782" y="914399"/>
                </a:lnTo>
                <a:lnTo>
                  <a:pt x="1763216" y="916660"/>
                </a:lnTo>
                <a:close/>
              </a:path>
              <a:path w="1767205" h="1014729">
                <a:moveTo>
                  <a:pt x="1755210" y="923711"/>
                </a:moveTo>
                <a:lnTo>
                  <a:pt x="1763216" y="916660"/>
                </a:lnTo>
                <a:lnTo>
                  <a:pt x="1757853" y="922019"/>
                </a:lnTo>
                <a:lnTo>
                  <a:pt x="1755210" y="923711"/>
                </a:lnTo>
                <a:close/>
              </a:path>
              <a:path w="1767205" h="1014729">
                <a:moveTo>
                  <a:pt x="1754246" y="924559"/>
                </a:moveTo>
                <a:lnTo>
                  <a:pt x="1753883" y="924559"/>
                </a:lnTo>
                <a:lnTo>
                  <a:pt x="1755210" y="923711"/>
                </a:lnTo>
                <a:lnTo>
                  <a:pt x="1754246" y="924559"/>
                </a:lnTo>
                <a:close/>
              </a:path>
              <a:path w="1767205" h="1014729">
                <a:moveTo>
                  <a:pt x="1460736" y="1002029"/>
                </a:moveTo>
                <a:lnTo>
                  <a:pt x="1463337" y="996879"/>
                </a:lnTo>
                <a:lnTo>
                  <a:pt x="1500653" y="925829"/>
                </a:lnTo>
                <a:lnTo>
                  <a:pt x="1498787" y="929639"/>
                </a:lnTo>
                <a:lnTo>
                  <a:pt x="1480543" y="965199"/>
                </a:lnTo>
                <a:lnTo>
                  <a:pt x="1460736" y="1002029"/>
                </a:lnTo>
                <a:close/>
              </a:path>
              <a:path w="1767205" h="1014729">
                <a:moveTo>
                  <a:pt x="1736620" y="939698"/>
                </a:moveTo>
                <a:lnTo>
                  <a:pt x="1739222" y="937259"/>
                </a:lnTo>
                <a:lnTo>
                  <a:pt x="1741343" y="935215"/>
                </a:lnTo>
                <a:lnTo>
                  <a:pt x="1741964" y="934691"/>
                </a:lnTo>
                <a:lnTo>
                  <a:pt x="1742759" y="934691"/>
                </a:lnTo>
                <a:lnTo>
                  <a:pt x="1742171" y="935215"/>
                </a:lnTo>
                <a:lnTo>
                  <a:pt x="1736620" y="939698"/>
                </a:lnTo>
                <a:close/>
              </a:path>
              <a:path w="1767205" h="1014729">
                <a:moveTo>
                  <a:pt x="1722344" y="951229"/>
                </a:moveTo>
                <a:lnTo>
                  <a:pt x="1741343" y="935215"/>
                </a:lnTo>
                <a:lnTo>
                  <a:pt x="1739222" y="937259"/>
                </a:lnTo>
                <a:lnTo>
                  <a:pt x="1736620" y="939698"/>
                </a:lnTo>
                <a:lnTo>
                  <a:pt x="1722344" y="951229"/>
                </a:lnTo>
                <a:close/>
              </a:path>
              <a:path w="1767205" h="1014729">
                <a:moveTo>
                  <a:pt x="1722344" y="951229"/>
                </a:moveTo>
                <a:lnTo>
                  <a:pt x="1736620" y="939698"/>
                </a:lnTo>
                <a:lnTo>
                  <a:pt x="1729739" y="946149"/>
                </a:lnTo>
                <a:lnTo>
                  <a:pt x="1722344" y="951229"/>
                </a:lnTo>
                <a:close/>
              </a:path>
              <a:path w="1767205" h="1014729">
                <a:moveTo>
                  <a:pt x="1717008" y="954752"/>
                </a:moveTo>
                <a:lnTo>
                  <a:pt x="1722344" y="951229"/>
                </a:lnTo>
                <a:lnTo>
                  <a:pt x="1718801" y="953769"/>
                </a:lnTo>
                <a:lnTo>
                  <a:pt x="1717008" y="954752"/>
                </a:lnTo>
                <a:close/>
              </a:path>
              <a:path w="1767205" h="1014729">
                <a:moveTo>
                  <a:pt x="1708256" y="960530"/>
                </a:moveTo>
                <a:lnTo>
                  <a:pt x="1708833" y="960063"/>
                </a:lnTo>
                <a:lnTo>
                  <a:pt x="1709349" y="959714"/>
                </a:lnTo>
                <a:lnTo>
                  <a:pt x="1712039" y="957477"/>
                </a:lnTo>
                <a:lnTo>
                  <a:pt x="1712247" y="957477"/>
                </a:lnTo>
                <a:lnTo>
                  <a:pt x="1716727" y="954906"/>
                </a:lnTo>
                <a:lnTo>
                  <a:pt x="1708256" y="960530"/>
                </a:lnTo>
                <a:close/>
              </a:path>
              <a:path w="1767205" h="1014729">
                <a:moveTo>
                  <a:pt x="1708348" y="959714"/>
                </a:moveTo>
                <a:lnTo>
                  <a:pt x="1712039" y="957477"/>
                </a:lnTo>
                <a:lnTo>
                  <a:pt x="1712247" y="957477"/>
                </a:lnTo>
                <a:lnTo>
                  <a:pt x="1708348" y="959714"/>
                </a:lnTo>
                <a:close/>
              </a:path>
              <a:path w="1767205" h="1014729">
                <a:moveTo>
                  <a:pt x="1709356" y="959714"/>
                </a:moveTo>
                <a:lnTo>
                  <a:pt x="1708348" y="959714"/>
                </a:lnTo>
                <a:lnTo>
                  <a:pt x="1712247" y="957477"/>
                </a:lnTo>
                <a:lnTo>
                  <a:pt x="1711990" y="957477"/>
                </a:lnTo>
                <a:lnTo>
                  <a:pt x="1709356" y="959714"/>
                </a:lnTo>
                <a:close/>
              </a:path>
              <a:path w="1767205" h="1014729">
                <a:moveTo>
                  <a:pt x="1702194" y="964512"/>
                </a:moveTo>
                <a:lnTo>
                  <a:pt x="1702401" y="963929"/>
                </a:lnTo>
                <a:lnTo>
                  <a:pt x="1703081" y="963929"/>
                </a:lnTo>
                <a:lnTo>
                  <a:pt x="1702194" y="964512"/>
                </a:lnTo>
                <a:close/>
              </a:path>
              <a:path w="1767205" h="1014729">
                <a:moveTo>
                  <a:pt x="1697283" y="967739"/>
                </a:moveTo>
                <a:lnTo>
                  <a:pt x="1702194" y="964512"/>
                </a:lnTo>
                <a:lnTo>
                  <a:pt x="1701950" y="965199"/>
                </a:lnTo>
                <a:lnTo>
                  <a:pt x="1697283" y="967739"/>
                </a:lnTo>
                <a:close/>
              </a:path>
              <a:path w="1767205" h="1014729">
                <a:moveTo>
                  <a:pt x="1669299" y="984249"/>
                </a:moveTo>
                <a:lnTo>
                  <a:pt x="1697283" y="967739"/>
                </a:lnTo>
                <a:lnTo>
                  <a:pt x="1687829" y="974089"/>
                </a:lnTo>
                <a:lnTo>
                  <a:pt x="1669299" y="984249"/>
                </a:lnTo>
                <a:close/>
              </a:path>
              <a:path w="1767205" h="1014729">
                <a:moveTo>
                  <a:pt x="1643659" y="996658"/>
                </a:moveTo>
                <a:lnTo>
                  <a:pt x="1664316" y="986789"/>
                </a:lnTo>
                <a:lnTo>
                  <a:pt x="1655266" y="991869"/>
                </a:lnTo>
                <a:lnTo>
                  <a:pt x="1643659" y="996658"/>
                </a:lnTo>
                <a:close/>
              </a:path>
              <a:path w="1767205" h="1014729">
                <a:moveTo>
                  <a:pt x="1624625" y="1004569"/>
                </a:moveTo>
                <a:lnTo>
                  <a:pt x="1643125" y="996879"/>
                </a:lnTo>
                <a:lnTo>
                  <a:pt x="1632629" y="1002029"/>
                </a:lnTo>
                <a:lnTo>
                  <a:pt x="1624625" y="1004569"/>
                </a:lnTo>
                <a:close/>
              </a:path>
              <a:path w="1767205" h="1014729">
                <a:moveTo>
                  <a:pt x="1614812" y="1008379"/>
                </a:moveTo>
                <a:lnTo>
                  <a:pt x="1624625" y="1004569"/>
                </a:lnTo>
                <a:lnTo>
                  <a:pt x="1620916" y="1007109"/>
                </a:lnTo>
                <a:lnTo>
                  <a:pt x="1614812" y="1008379"/>
                </a:lnTo>
                <a:close/>
              </a:path>
              <a:path w="1767205" h="1014729">
                <a:moveTo>
                  <a:pt x="1598294" y="1014729"/>
                </a:moveTo>
                <a:lnTo>
                  <a:pt x="1596706" y="1014729"/>
                </a:lnTo>
                <a:lnTo>
                  <a:pt x="1614812" y="1008379"/>
                </a:lnTo>
                <a:lnTo>
                  <a:pt x="1598294" y="1014729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2999658" y="2280919"/>
            <a:ext cx="2919730" cy="6223000"/>
          </a:xfrm>
          <a:custGeom>
            <a:avLst/>
            <a:gdLst/>
            <a:ahLst/>
            <a:cxnLst/>
            <a:rect l="l" t="t" r="r" b="b"/>
            <a:pathLst>
              <a:path w="2919730" h="6223000">
                <a:moveTo>
                  <a:pt x="563940" y="12700"/>
                </a:moveTo>
                <a:lnTo>
                  <a:pt x="405945" y="12700"/>
                </a:lnTo>
                <a:lnTo>
                  <a:pt x="432213" y="0"/>
                </a:lnTo>
                <a:lnTo>
                  <a:pt x="532687" y="0"/>
                </a:lnTo>
                <a:lnTo>
                  <a:pt x="563940" y="12700"/>
                </a:lnTo>
                <a:close/>
              </a:path>
              <a:path w="2919730" h="6223000">
                <a:moveTo>
                  <a:pt x="640211" y="25400"/>
                </a:moveTo>
                <a:lnTo>
                  <a:pt x="354390" y="25400"/>
                </a:lnTo>
                <a:lnTo>
                  <a:pt x="379855" y="12700"/>
                </a:lnTo>
                <a:lnTo>
                  <a:pt x="599218" y="12700"/>
                </a:lnTo>
                <a:lnTo>
                  <a:pt x="640211" y="25400"/>
                </a:lnTo>
                <a:close/>
              </a:path>
              <a:path w="2919730" h="6223000">
                <a:moveTo>
                  <a:pt x="1141511" y="6223000"/>
                </a:moveTo>
                <a:lnTo>
                  <a:pt x="943169" y="6223000"/>
                </a:lnTo>
                <a:lnTo>
                  <a:pt x="835164" y="6197600"/>
                </a:lnTo>
                <a:lnTo>
                  <a:pt x="781949" y="6197600"/>
                </a:lnTo>
                <a:lnTo>
                  <a:pt x="730734" y="6184900"/>
                </a:lnTo>
                <a:lnTo>
                  <a:pt x="682623" y="6172200"/>
                </a:lnTo>
                <a:lnTo>
                  <a:pt x="638722" y="6159500"/>
                </a:lnTo>
                <a:lnTo>
                  <a:pt x="600135" y="6146800"/>
                </a:lnTo>
                <a:lnTo>
                  <a:pt x="557333" y="6134100"/>
                </a:lnTo>
                <a:lnTo>
                  <a:pt x="519887" y="6134100"/>
                </a:lnTo>
                <a:lnTo>
                  <a:pt x="487086" y="6121400"/>
                </a:lnTo>
                <a:lnTo>
                  <a:pt x="458213" y="6121400"/>
                </a:lnTo>
                <a:lnTo>
                  <a:pt x="443181" y="6108700"/>
                </a:lnTo>
                <a:lnTo>
                  <a:pt x="417761" y="6108700"/>
                </a:lnTo>
                <a:lnTo>
                  <a:pt x="404873" y="6096000"/>
                </a:lnTo>
                <a:lnTo>
                  <a:pt x="350580" y="6096000"/>
                </a:lnTo>
                <a:lnTo>
                  <a:pt x="343496" y="6083300"/>
                </a:lnTo>
                <a:lnTo>
                  <a:pt x="319371" y="6083300"/>
                </a:lnTo>
                <a:lnTo>
                  <a:pt x="312838" y="6070600"/>
                </a:lnTo>
                <a:lnTo>
                  <a:pt x="288102" y="6070600"/>
                </a:lnTo>
                <a:lnTo>
                  <a:pt x="276524" y="6057900"/>
                </a:lnTo>
                <a:lnTo>
                  <a:pt x="264588" y="6045200"/>
                </a:lnTo>
                <a:lnTo>
                  <a:pt x="252473" y="6045200"/>
                </a:lnTo>
                <a:lnTo>
                  <a:pt x="240061" y="6032500"/>
                </a:lnTo>
                <a:lnTo>
                  <a:pt x="226755" y="6032500"/>
                </a:lnTo>
                <a:lnTo>
                  <a:pt x="214165" y="6019800"/>
                </a:lnTo>
                <a:lnTo>
                  <a:pt x="203895" y="6019800"/>
                </a:lnTo>
                <a:lnTo>
                  <a:pt x="198240" y="6007100"/>
                </a:lnTo>
                <a:lnTo>
                  <a:pt x="193656" y="6007100"/>
                </a:lnTo>
                <a:lnTo>
                  <a:pt x="189429" y="5994400"/>
                </a:lnTo>
                <a:lnTo>
                  <a:pt x="172939" y="5994400"/>
                </a:lnTo>
                <a:lnTo>
                  <a:pt x="166897" y="5981700"/>
                </a:lnTo>
                <a:lnTo>
                  <a:pt x="161033" y="5981700"/>
                </a:lnTo>
                <a:lnTo>
                  <a:pt x="153011" y="5969000"/>
                </a:lnTo>
                <a:lnTo>
                  <a:pt x="144721" y="5956300"/>
                </a:lnTo>
                <a:lnTo>
                  <a:pt x="136253" y="5943600"/>
                </a:lnTo>
                <a:lnTo>
                  <a:pt x="127695" y="5930900"/>
                </a:lnTo>
                <a:lnTo>
                  <a:pt x="117575" y="5930900"/>
                </a:lnTo>
                <a:lnTo>
                  <a:pt x="106740" y="5918200"/>
                </a:lnTo>
                <a:lnTo>
                  <a:pt x="96620" y="5905500"/>
                </a:lnTo>
                <a:lnTo>
                  <a:pt x="88643" y="5892800"/>
                </a:lnTo>
                <a:lnTo>
                  <a:pt x="85116" y="5892800"/>
                </a:lnTo>
                <a:lnTo>
                  <a:pt x="82571" y="5880100"/>
                </a:lnTo>
                <a:lnTo>
                  <a:pt x="80204" y="5880100"/>
                </a:lnTo>
                <a:lnTo>
                  <a:pt x="77213" y="5867400"/>
                </a:lnTo>
                <a:lnTo>
                  <a:pt x="73329" y="5867400"/>
                </a:lnTo>
                <a:lnTo>
                  <a:pt x="68998" y="5854700"/>
                </a:lnTo>
                <a:lnTo>
                  <a:pt x="60068" y="5854700"/>
                </a:lnTo>
                <a:lnTo>
                  <a:pt x="55499" y="5842000"/>
                </a:lnTo>
                <a:lnTo>
                  <a:pt x="51376" y="5829300"/>
                </a:lnTo>
                <a:lnTo>
                  <a:pt x="47075" y="5816600"/>
                </a:lnTo>
                <a:lnTo>
                  <a:pt x="41970" y="5791200"/>
                </a:lnTo>
                <a:lnTo>
                  <a:pt x="36107" y="5778500"/>
                </a:lnTo>
                <a:lnTo>
                  <a:pt x="29350" y="5765800"/>
                </a:lnTo>
                <a:lnTo>
                  <a:pt x="22950" y="5753100"/>
                </a:lnTo>
                <a:lnTo>
                  <a:pt x="18158" y="5740400"/>
                </a:lnTo>
                <a:lnTo>
                  <a:pt x="16774" y="5740400"/>
                </a:lnTo>
                <a:lnTo>
                  <a:pt x="16372" y="5727700"/>
                </a:lnTo>
                <a:lnTo>
                  <a:pt x="16149" y="5727700"/>
                </a:lnTo>
                <a:lnTo>
                  <a:pt x="15300" y="5715000"/>
                </a:lnTo>
                <a:lnTo>
                  <a:pt x="13425" y="5715000"/>
                </a:lnTo>
                <a:lnTo>
                  <a:pt x="11014" y="5702300"/>
                </a:lnTo>
                <a:lnTo>
                  <a:pt x="8603" y="5702300"/>
                </a:lnTo>
                <a:lnTo>
                  <a:pt x="6728" y="5689600"/>
                </a:lnTo>
                <a:lnTo>
                  <a:pt x="5508" y="5676900"/>
                </a:lnTo>
                <a:lnTo>
                  <a:pt x="5537" y="5664200"/>
                </a:lnTo>
                <a:lnTo>
                  <a:pt x="5924" y="5651500"/>
                </a:lnTo>
                <a:lnTo>
                  <a:pt x="5775" y="5638800"/>
                </a:lnTo>
                <a:lnTo>
                  <a:pt x="4481" y="5626100"/>
                </a:lnTo>
                <a:lnTo>
                  <a:pt x="2561" y="5600700"/>
                </a:lnTo>
                <a:lnTo>
                  <a:pt x="819" y="5588000"/>
                </a:lnTo>
                <a:lnTo>
                  <a:pt x="0" y="5588000"/>
                </a:lnTo>
                <a:lnTo>
                  <a:pt x="3484" y="5562600"/>
                </a:lnTo>
                <a:lnTo>
                  <a:pt x="4585" y="5549900"/>
                </a:lnTo>
                <a:lnTo>
                  <a:pt x="8186" y="5511800"/>
                </a:lnTo>
                <a:lnTo>
                  <a:pt x="18485" y="5486400"/>
                </a:lnTo>
                <a:lnTo>
                  <a:pt x="22920" y="5473700"/>
                </a:lnTo>
                <a:lnTo>
                  <a:pt x="25912" y="5461000"/>
                </a:lnTo>
                <a:lnTo>
                  <a:pt x="28278" y="5448300"/>
                </a:lnTo>
                <a:lnTo>
                  <a:pt x="30823" y="5435600"/>
                </a:lnTo>
                <a:lnTo>
                  <a:pt x="34350" y="5422900"/>
                </a:lnTo>
                <a:lnTo>
                  <a:pt x="37654" y="5410200"/>
                </a:lnTo>
                <a:lnTo>
                  <a:pt x="41494" y="5410200"/>
                </a:lnTo>
                <a:lnTo>
                  <a:pt x="45334" y="5397500"/>
                </a:lnTo>
                <a:lnTo>
                  <a:pt x="48638" y="5397500"/>
                </a:lnTo>
                <a:lnTo>
                  <a:pt x="50915" y="5384800"/>
                </a:lnTo>
                <a:lnTo>
                  <a:pt x="52567" y="5384800"/>
                </a:lnTo>
                <a:lnTo>
                  <a:pt x="54398" y="5372100"/>
                </a:lnTo>
                <a:lnTo>
                  <a:pt x="57210" y="5372100"/>
                </a:lnTo>
                <a:lnTo>
                  <a:pt x="63759" y="5359400"/>
                </a:lnTo>
                <a:lnTo>
                  <a:pt x="72450" y="5346700"/>
                </a:lnTo>
                <a:lnTo>
                  <a:pt x="81856" y="5334000"/>
                </a:lnTo>
                <a:lnTo>
                  <a:pt x="90548" y="5321300"/>
                </a:lnTo>
                <a:lnTo>
                  <a:pt x="97543" y="5308600"/>
                </a:lnTo>
                <a:lnTo>
                  <a:pt x="111176" y="5283200"/>
                </a:lnTo>
                <a:lnTo>
                  <a:pt x="118170" y="5283200"/>
                </a:lnTo>
                <a:lnTo>
                  <a:pt x="123454" y="5270500"/>
                </a:lnTo>
                <a:lnTo>
                  <a:pt x="134378" y="5270500"/>
                </a:lnTo>
                <a:lnTo>
                  <a:pt x="139125" y="5257800"/>
                </a:lnTo>
                <a:lnTo>
                  <a:pt x="143546" y="5257800"/>
                </a:lnTo>
                <a:lnTo>
                  <a:pt x="147341" y="5245100"/>
                </a:lnTo>
                <a:lnTo>
                  <a:pt x="151314" y="5245100"/>
                </a:lnTo>
                <a:lnTo>
                  <a:pt x="156270" y="5232400"/>
                </a:lnTo>
                <a:lnTo>
                  <a:pt x="165691" y="5232400"/>
                </a:lnTo>
                <a:lnTo>
                  <a:pt x="177345" y="5219700"/>
                </a:lnTo>
                <a:lnTo>
                  <a:pt x="189891" y="5219700"/>
                </a:lnTo>
                <a:lnTo>
                  <a:pt x="201990" y="5207000"/>
                </a:lnTo>
                <a:lnTo>
                  <a:pt x="223303" y="5181600"/>
                </a:lnTo>
                <a:lnTo>
                  <a:pt x="233736" y="5181600"/>
                </a:lnTo>
                <a:lnTo>
                  <a:pt x="243900" y="5168900"/>
                </a:lnTo>
                <a:lnTo>
                  <a:pt x="256759" y="5168900"/>
                </a:lnTo>
                <a:lnTo>
                  <a:pt x="263189" y="5156200"/>
                </a:lnTo>
                <a:lnTo>
                  <a:pt x="280334" y="5156200"/>
                </a:lnTo>
                <a:lnTo>
                  <a:pt x="285959" y="5143500"/>
                </a:lnTo>
                <a:lnTo>
                  <a:pt x="304027" y="5143500"/>
                </a:lnTo>
                <a:lnTo>
                  <a:pt x="317719" y="5130800"/>
                </a:lnTo>
                <a:lnTo>
                  <a:pt x="345818" y="5130800"/>
                </a:lnTo>
                <a:lnTo>
                  <a:pt x="358945" y="5118100"/>
                </a:lnTo>
                <a:lnTo>
                  <a:pt x="385198" y="5118100"/>
                </a:lnTo>
                <a:lnTo>
                  <a:pt x="397253" y="5105400"/>
                </a:lnTo>
                <a:lnTo>
                  <a:pt x="793239" y="5105400"/>
                </a:lnTo>
                <a:lnTo>
                  <a:pt x="846391" y="5092700"/>
                </a:lnTo>
                <a:lnTo>
                  <a:pt x="901867" y="5092700"/>
                </a:lnTo>
                <a:lnTo>
                  <a:pt x="1011388" y="5067300"/>
                </a:lnTo>
                <a:lnTo>
                  <a:pt x="1061234" y="5054600"/>
                </a:lnTo>
                <a:lnTo>
                  <a:pt x="1105005" y="5029200"/>
                </a:lnTo>
                <a:lnTo>
                  <a:pt x="1140600" y="5016500"/>
                </a:lnTo>
                <a:lnTo>
                  <a:pt x="1165921" y="4978400"/>
                </a:lnTo>
                <a:lnTo>
                  <a:pt x="1180838" y="4953000"/>
                </a:lnTo>
                <a:lnTo>
                  <a:pt x="1187962" y="4914900"/>
                </a:lnTo>
                <a:lnTo>
                  <a:pt x="1188521" y="4876800"/>
                </a:lnTo>
                <a:lnTo>
                  <a:pt x="1183742" y="4826000"/>
                </a:lnTo>
                <a:lnTo>
                  <a:pt x="1174855" y="4787900"/>
                </a:lnTo>
                <a:lnTo>
                  <a:pt x="1163087" y="4737100"/>
                </a:lnTo>
                <a:lnTo>
                  <a:pt x="1149665" y="4686300"/>
                </a:lnTo>
                <a:lnTo>
                  <a:pt x="1135818" y="4635500"/>
                </a:lnTo>
                <a:lnTo>
                  <a:pt x="1122775" y="4584700"/>
                </a:lnTo>
                <a:lnTo>
                  <a:pt x="1111762" y="4533900"/>
                </a:lnTo>
                <a:lnTo>
                  <a:pt x="1104008" y="4483100"/>
                </a:lnTo>
                <a:lnTo>
                  <a:pt x="1096434" y="4432300"/>
                </a:lnTo>
                <a:lnTo>
                  <a:pt x="1087305" y="4381500"/>
                </a:lnTo>
                <a:lnTo>
                  <a:pt x="1077296" y="4330700"/>
                </a:lnTo>
                <a:lnTo>
                  <a:pt x="1067081" y="4279900"/>
                </a:lnTo>
                <a:lnTo>
                  <a:pt x="1057335" y="4229100"/>
                </a:lnTo>
                <a:lnTo>
                  <a:pt x="1048733" y="4178300"/>
                </a:lnTo>
                <a:lnTo>
                  <a:pt x="1041947" y="4127500"/>
                </a:lnTo>
                <a:lnTo>
                  <a:pt x="1037653" y="4076700"/>
                </a:lnTo>
                <a:lnTo>
                  <a:pt x="1036525" y="4025900"/>
                </a:lnTo>
                <a:lnTo>
                  <a:pt x="1039238" y="3975100"/>
                </a:lnTo>
                <a:lnTo>
                  <a:pt x="1046494" y="3911600"/>
                </a:lnTo>
                <a:lnTo>
                  <a:pt x="1058949" y="3860800"/>
                </a:lnTo>
                <a:lnTo>
                  <a:pt x="1075493" y="3797300"/>
                </a:lnTo>
                <a:lnTo>
                  <a:pt x="1095012" y="3733800"/>
                </a:lnTo>
                <a:lnTo>
                  <a:pt x="1116397" y="3657600"/>
                </a:lnTo>
                <a:lnTo>
                  <a:pt x="1138536" y="3594100"/>
                </a:lnTo>
                <a:lnTo>
                  <a:pt x="1160318" y="3543300"/>
                </a:lnTo>
                <a:lnTo>
                  <a:pt x="1180631" y="3479800"/>
                </a:lnTo>
                <a:lnTo>
                  <a:pt x="1198365" y="3441700"/>
                </a:lnTo>
                <a:lnTo>
                  <a:pt x="1212408" y="3403600"/>
                </a:lnTo>
                <a:lnTo>
                  <a:pt x="1221648" y="3378200"/>
                </a:lnTo>
                <a:lnTo>
                  <a:pt x="1224976" y="3365500"/>
                </a:lnTo>
                <a:lnTo>
                  <a:pt x="1225913" y="3365500"/>
                </a:lnTo>
                <a:lnTo>
                  <a:pt x="1233548" y="3314700"/>
                </a:lnTo>
                <a:lnTo>
                  <a:pt x="1235408" y="3289300"/>
                </a:lnTo>
                <a:lnTo>
                  <a:pt x="1237715" y="3276600"/>
                </a:lnTo>
                <a:lnTo>
                  <a:pt x="1239843" y="3251200"/>
                </a:lnTo>
                <a:lnTo>
                  <a:pt x="1241168" y="3251200"/>
                </a:lnTo>
                <a:lnTo>
                  <a:pt x="1243519" y="3238500"/>
                </a:lnTo>
                <a:lnTo>
                  <a:pt x="1249264" y="3225800"/>
                </a:lnTo>
                <a:lnTo>
                  <a:pt x="1256438" y="3213100"/>
                </a:lnTo>
                <a:lnTo>
                  <a:pt x="1263076" y="3187700"/>
                </a:lnTo>
                <a:lnTo>
                  <a:pt x="1269177" y="3175000"/>
                </a:lnTo>
                <a:lnTo>
                  <a:pt x="1276172" y="3162300"/>
                </a:lnTo>
                <a:lnTo>
                  <a:pt x="1282096" y="3136900"/>
                </a:lnTo>
                <a:lnTo>
                  <a:pt x="1289746" y="3136900"/>
                </a:lnTo>
                <a:lnTo>
                  <a:pt x="1289746" y="3124200"/>
                </a:lnTo>
                <a:lnTo>
                  <a:pt x="1288822" y="3111500"/>
                </a:lnTo>
                <a:lnTo>
                  <a:pt x="1282697" y="3086100"/>
                </a:lnTo>
                <a:lnTo>
                  <a:pt x="1272343" y="3048000"/>
                </a:lnTo>
                <a:lnTo>
                  <a:pt x="1258732" y="2997200"/>
                </a:lnTo>
                <a:lnTo>
                  <a:pt x="1242835" y="2946400"/>
                </a:lnTo>
                <a:lnTo>
                  <a:pt x="1225623" y="2895600"/>
                </a:lnTo>
                <a:lnTo>
                  <a:pt x="1208069" y="2832100"/>
                </a:lnTo>
                <a:lnTo>
                  <a:pt x="1191143" y="2768600"/>
                </a:lnTo>
                <a:lnTo>
                  <a:pt x="1175817" y="2717800"/>
                </a:lnTo>
                <a:lnTo>
                  <a:pt x="1163063" y="2667000"/>
                </a:lnTo>
                <a:lnTo>
                  <a:pt x="1142011" y="2565400"/>
                </a:lnTo>
                <a:lnTo>
                  <a:pt x="1131571" y="2514600"/>
                </a:lnTo>
                <a:lnTo>
                  <a:pt x="1121329" y="2463800"/>
                </a:lnTo>
                <a:lnTo>
                  <a:pt x="1111392" y="2413000"/>
                </a:lnTo>
                <a:lnTo>
                  <a:pt x="1101865" y="2349500"/>
                </a:lnTo>
                <a:lnTo>
                  <a:pt x="1092854" y="2298700"/>
                </a:lnTo>
                <a:lnTo>
                  <a:pt x="1084464" y="2247900"/>
                </a:lnTo>
                <a:lnTo>
                  <a:pt x="1076802" y="2197100"/>
                </a:lnTo>
                <a:lnTo>
                  <a:pt x="1069974" y="2146300"/>
                </a:lnTo>
                <a:lnTo>
                  <a:pt x="1064085" y="2095500"/>
                </a:lnTo>
                <a:lnTo>
                  <a:pt x="1059240" y="2057400"/>
                </a:lnTo>
                <a:lnTo>
                  <a:pt x="1056411" y="1993900"/>
                </a:lnTo>
                <a:lnTo>
                  <a:pt x="1057830" y="1955800"/>
                </a:lnTo>
                <a:lnTo>
                  <a:pt x="1061215" y="1905000"/>
                </a:lnTo>
                <a:lnTo>
                  <a:pt x="1064283" y="1854200"/>
                </a:lnTo>
                <a:lnTo>
                  <a:pt x="1064753" y="1803400"/>
                </a:lnTo>
                <a:lnTo>
                  <a:pt x="1060340" y="1765300"/>
                </a:lnTo>
                <a:lnTo>
                  <a:pt x="1048763" y="1727200"/>
                </a:lnTo>
                <a:lnTo>
                  <a:pt x="1026775" y="1676400"/>
                </a:lnTo>
                <a:lnTo>
                  <a:pt x="995790" y="1638300"/>
                </a:lnTo>
                <a:lnTo>
                  <a:pt x="959289" y="1600200"/>
                </a:lnTo>
                <a:lnTo>
                  <a:pt x="920756" y="1562100"/>
                </a:lnTo>
                <a:lnTo>
                  <a:pt x="883672" y="1524000"/>
                </a:lnTo>
                <a:lnTo>
                  <a:pt x="851521" y="1485900"/>
                </a:lnTo>
                <a:lnTo>
                  <a:pt x="827783" y="1447800"/>
                </a:lnTo>
                <a:lnTo>
                  <a:pt x="806709" y="1397000"/>
                </a:lnTo>
                <a:lnTo>
                  <a:pt x="792779" y="1320800"/>
                </a:lnTo>
                <a:lnTo>
                  <a:pt x="784920" y="1270000"/>
                </a:lnTo>
                <a:lnTo>
                  <a:pt x="782063" y="1244600"/>
                </a:lnTo>
                <a:lnTo>
                  <a:pt x="774562" y="1231900"/>
                </a:lnTo>
                <a:lnTo>
                  <a:pt x="767999" y="1206500"/>
                </a:lnTo>
                <a:lnTo>
                  <a:pt x="756122" y="1181100"/>
                </a:lnTo>
                <a:lnTo>
                  <a:pt x="749559" y="1155700"/>
                </a:lnTo>
                <a:lnTo>
                  <a:pt x="744246" y="1143000"/>
                </a:lnTo>
                <a:lnTo>
                  <a:pt x="742058" y="1143000"/>
                </a:lnTo>
                <a:lnTo>
                  <a:pt x="741284" y="1130300"/>
                </a:lnTo>
                <a:lnTo>
                  <a:pt x="739439" y="1117600"/>
                </a:lnTo>
                <a:lnTo>
                  <a:pt x="737236" y="1092200"/>
                </a:lnTo>
                <a:lnTo>
                  <a:pt x="733545" y="1066800"/>
                </a:lnTo>
                <a:lnTo>
                  <a:pt x="731342" y="1041400"/>
                </a:lnTo>
                <a:lnTo>
                  <a:pt x="728723" y="1016000"/>
                </a:lnTo>
                <a:lnTo>
                  <a:pt x="729675" y="1016000"/>
                </a:lnTo>
                <a:lnTo>
                  <a:pt x="726818" y="1003300"/>
                </a:lnTo>
                <a:lnTo>
                  <a:pt x="732593" y="1003300"/>
                </a:lnTo>
                <a:lnTo>
                  <a:pt x="734200" y="990600"/>
                </a:lnTo>
                <a:lnTo>
                  <a:pt x="735450" y="977900"/>
                </a:lnTo>
                <a:lnTo>
                  <a:pt x="736343" y="965200"/>
                </a:lnTo>
                <a:lnTo>
                  <a:pt x="738546" y="952500"/>
                </a:lnTo>
                <a:lnTo>
                  <a:pt x="741105" y="952500"/>
                </a:lnTo>
                <a:lnTo>
                  <a:pt x="742237" y="939800"/>
                </a:lnTo>
                <a:lnTo>
                  <a:pt x="740153" y="939800"/>
                </a:lnTo>
                <a:lnTo>
                  <a:pt x="718812" y="927100"/>
                </a:lnTo>
                <a:lnTo>
                  <a:pt x="677194" y="914400"/>
                </a:lnTo>
                <a:lnTo>
                  <a:pt x="621962" y="901700"/>
                </a:lnTo>
                <a:lnTo>
                  <a:pt x="559783" y="901700"/>
                </a:lnTo>
                <a:lnTo>
                  <a:pt x="497321" y="889000"/>
                </a:lnTo>
                <a:lnTo>
                  <a:pt x="441240" y="876300"/>
                </a:lnTo>
                <a:lnTo>
                  <a:pt x="398205" y="876300"/>
                </a:lnTo>
                <a:lnTo>
                  <a:pt x="368499" y="863600"/>
                </a:lnTo>
                <a:lnTo>
                  <a:pt x="343437" y="850900"/>
                </a:lnTo>
                <a:lnTo>
                  <a:pt x="320517" y="850900"/>
                </a:lnTo>
                <a:lnTo>
                  <a:pt x="250568" y="812800"/>
                </a:lnTo>
                <a:lnTo>
                  <a:pt x="228125" y="800100"/>
                </a:lnTo>
                <a:lnTo>
                  <a:pt x="206753" y="787400"/>
                </a:lnTo>
                <a:lnTo>
                  <a:pt x="186974" y="762000"/>
                </a:lnTo>
                <a:lnTo>
                  <a:pt x="167820" y="749300"/>
                </a:lnTo>
                <a:lnTo>
                  <a:pt x="149558" y="723900"/>
                </a:lnTo>
                <a:lnTo>
                  <a:pt x="132458" y="711200"/>
                </a:lnTo>
                <a:lnTo>
                  <a:pt x="117158" y="685800"/>
                </a:lnTo>
                <a:lnTo>
                  <a:pt x="102930" y="660400"/>
                </a:lnTo>
                <a:lnTo>
                  <a:pt x="90131" y="635000"/>
                </a:lnTo>
                <a:lnTo>
                  <a:pt x="79118" y="622300"/>
                </a:lnTo>
                <a:lnTo>
                  <a:pt x="60544" y="571500"/>
                </a:lnTo>
                <a:lnTo>
                  <a:pt x="47685" y="520700"/>
                </a:lnTo>
                <a:lnTo>
                  <a:pt x="44128" y="482600"/>
                </a:lnTo>
                <a:lnTo>
                  <a:pt x="41658" y="431800"/>
                </a:lnTo>
                <a:lnTo>
                  <a:pt x="42923" y="406400"/>
                </a:lnTo>
                <a:lnTo>
                  <a:pt x="49710" y="355600"/>
                </a:lnTo>
                <a:lnTo>
                  <a:pt x="62925" y="304800"/>
                </a:lnTo>
                <a:lnTo>
                  <a:pt x="81975" y="254000"/>
                </a:lnTo>
                <a:lnTo>
                  <a:pt x="106740" y="203200"/>
                </a:lnTo>
                <a:lnTo>
                  <a:pt x="121579" y="190500"/>
                </a:lnTo>
                <a:lnTo>
                  <a:pt x="137578" y="165100"/>
                </a:lnTo>
                <a:lnTo>
                  <a:pt x="154827" y="139700"/>
                </a:lnTo>
                <a:lnTo>
                  <a:pt x="173415" y="127000"/>
                </a:lnTo>
                <a:lnTo>
                  <a:pt x="192674" y="114300"/>
                </a:lnTo>
                <a:lnTo>
                  <a:pt x="213182" y="88900"/>
                </a:lnTo>
                <a:lnTo>
                  <a:pt x="257235" y="63500"/>
                </a:lnTo>
                <a:lnTo>
                  <a:pt x="304384" y="38100"/>
                </a:lnTo>
                <a:lnTo>
                  <a:pt x="329030" y="25400"/>
                </a:lnTo>
                <a:lnTo>
                  <a:pt x="685860" y="25400"/>
                </a:lnTo>
                <a:lnTo>
                  <a:pt x="735108" y="38100"/>
                </a:lnTo>
                <a:lnTo>
                  <a:pt x="946916" y="88900"/>
                </a:lnTo>
                <a:lnTo>
                  <a:pt x="998280" y="88900"/>
                </a:lnTo>
                <a:lnTo>
                  <a:pt x="1097135" y="114300"/>
                </a:lnTo>
                <a:lnTo>
                  <a:pt x="1198412" y="127000"/>
                </a:lnTo>
                <a:lnTo>
                  <a:pt x="1502153" y="203200"/>
                </a:lnTo>
                <a:lnTo>
                  <a:pt x="1546046" y="228600"/>
                </a:lnTo>
                <a:lnTo>
                  <a:pt x="1637125" y="254000"/>
                </a:lnTo>
                <a:lnTo>
                  <a:pt x="1729356" y="304800"/>
                </a:lnTo>
                <a:lnTo>
                  <a:pt x="1774687" y="317500"/>
                </a:lnTo>
                <a:lnTo>
                  <a:pt x="1818848" y="342900"/>
                </a:lnTo>
                <a:lnTo>
                  <a:pt x="1861351" y="368300"/>
                </a:lnTo>
                <a:lnTo>
                  <a:pt x="1901712" y="393700"/>
                </a:lnTo>
                <a:lnTo>
                  <a:pt x="1939443" y="419100"/>
                </a:lnTo>
                <a:lnTo>
                  <a:pt x="1974059" y="457200"/>
                </a:lnTo>
                <a:lnTo>
                  <a:pt x="2005073" y="482600"/>
                </a:lnTo>
                <a:lnTo>
                  <a:pt x="2034963" y="520700"/>
                </a:lnTo>
                <a:lnTo>
                  <a:pt x="2061888" y="558800"/>
                </a:lnTo>
                <a:lnTo>
                  <a:pt x="2086023" y="596900"/>
                </a:lnTo>
                <a:lnTo>
                  <a:pt x="2107547" y="647700"/>
                </a:lnTo>
                <a:lnTo>
                  <a:pt x="2126636" y="685800"/>
                </a:lnTo>
                <a:lnTo>
                  <a:pt x="2143467" y="736600"/>
                </a:lnTo>
                <a:lnTo>
                  <a:pt x="2158219" y="774700"/>
                </a:lnTo>
                <a:lnTo>
                  <a:pt x="2171067" y="825500"/>
                </a:lnTo>
                <a:lnTo>
                  <a:pt x="2182189" y="876300"/>
                </a:lnTo>
                <a:lnTo>
                  <a:pt x="2191763" y="914400"/>
                </a:lnTo>
                <a:lnTo>
                  <a:pt x="2198793" y="965200"/>
                </a:lnTo>
                <a:lnTo>
                  <a:pt x="2202569" y="1028700"/>
                </a:lnTo>
                <a:lnTo>
                  <a:pt x="2203614" y="1079500"/>
                </a:lnTo>
                <a:lnTo>
                  <a:pt x="2202452" y="1143000"/>
                </a:lnTo>
                <a:lnTo>
                  <a:pt x="2199606" y="1193800"/>
                </a:lnTo>
                <a:lnTo>
                  <a:pt x="2195602" y="1257300"/>
                </a:lnTo>
                <a:lnTo>
                  <a:pt x="2190962" y="1308100"/>
                </a:lnTo>
                <a:lnTo>
                  <a:pt x="2186210" y="1358900"/>
                </a:lnTo>
                <a:lnTo>
                  <a:pt x="2181870" y="1409700"/>
                </a:lnTo>
                <a:lnTo>
                  <a:pt x="2178467" y="1435100"/>
                </a:lnTo>
                <a:lnTo>
                  <a:pt x="2176523" y="1460500"/>
                </a:lnTo>
                <a:lnTo>
                  <a:pt x="2174871" y="1473200"/>
                </a:lnTo>
                <a:lnTo>
                  <a:pt x="2172594" y="1485900"/>
                </a:lnTo>
                <a:lnTo>
                  <a:pt x="2171567" y="1485900"/>
                </a:lnTo>
                <a:lnTo>
                  <a:pt x="2173666" y="1498600"/>
                </a:lnTo>
                <a:lnTo>
                  <a:pt x="2189049" y="1524000"/>
                </a:lnTo>
                <a:lnTo>
                  <a:pt x="2217436" y="1549400"/>
                </a:lnTo>
                <a:lnTo>
                  <a:pt x="2255757" y="1587500"/>
                </a:lnTo>
                <a:lnTo>
                  <a:pt x="2300943" y="1612900"/>
                </a:lnTo>
                <a:lnTo>
                  <a:pt x="2349925" y="1651000"/>
                </a:lnTo>
                <a:lnTo>
                  <a:pt x="2399631" y="1701800"/>
                </a:lnTo>
                <a:lnTo>
                  <a:pt x="2446994" y="1739900"/>
                </a:lnTo>
                <a:lnTo>
                  <a:pt x="2488943" y="1778000"/>
                </a:lnTo>
                <a:lnTo>
                  <a:pt x="2522540" y="1803400"/>
                </a:lnTo>
                <a:lnTo>
                  <a:pt x="2592465" y="1879600"/>
                </a:lnTo>
                <a:lnTo>
                  <a:pt x="2627673" y="1905000"/>
                </a:lnTo>
                <a:lnTo>
                  <a:pt x="2662298" y="1943100"/>
                </a:lnTo>
                <a:lnTo>
                  <a:pt x="2695780" y="1981200"/>
                </a:lnTo>
                <a:lnTo>
                  <a:pt x="2727560" y="2019300"/>
                </a:lnTo>
                <a:lnTo>
                  <a:pt x="2757076" y="2057400"/>
                </a:lnTo>
                <a:lnTo>
                  <a:pt x="2783768" y="2095500"/>
                </a:lnTo>
                <a:lnTo>
                  <a:pt x="2807078" y="2146300"/>
                </a:lnTo>
                <a:lnTo>
                  <a:pt x="2826784" y="2184400"/>
                </a:lnTo>
                <a:lnTo>
                  <a:pt x="2844807" y="2235200"/>
                </a:lnTo>
                <a:lnTo>
                  <a:pt x="2861070" y="2273300"/>
                </a:lnTo>
                <a:lnTo>
                  <a:pt x="2875495" y="2324100"/>
                </a:lnTo>
                <a:lnTo>
                  <a:pt x="2888005" y="2374900"/>
                </a:lnTo>
                <a:lnTo>
                  <a:pt x="2898522" y="2425700"/>
                </a:lnTo>
                <a:lnTo>
                  <a:pt x="2906970" y="2476500"/>
                </a:lnTo>
                <a:lnTo>
                  <a:pt x="2913271" y="2527300"/>
                </a:lnTo>
                <a:lnTo>
                  <a:pt x="2917348" y="2578100"/>
                </a:lnTo>
                <a:lnTo>
                  <a:pt x="2919124" y="2628900"/>
                </a:lnTo>
                <a:lnTo>
                  <a:pt x="2918521" y="2679700"/>
                </a:lnTo>
                <a:lnTo>
                  <a:pt x="2914518" y="2717800"/>
                </a:lnTo>
                <a:lnTo>
                  <a:pt x="2907177" y="2768600"/>
                </a:lnTo>
                <a:lnTo>
                  <a:pt x="2896825" y="2819400"/>
                </a:lnTo>
                <a:lnTo>
                  <a:pt x="2883792" y="2870200"/>
                </a:lnTo>
                <a:lnTo>
                  <a:pt x="2868407" y="2921000"/>
                </a:lnTo>
                <a:lnTo>
                  <a:pt x="2850999" y="2971800"/>
                </a:lnTo>
                <a:lnTo>
                  <a:pt x="2831898" y="3009900"/>
                </a:lnTo>
                <a:lnTo>
                  <a:pt x="2811433" y="3060700"/>
                </a:lnTo>
                <a:lnTo>
                  <a:pt x="2789933" y="3098800"/>
                </a:lnTo>
                <a:lnTo>
                  <a:pt x="2765820" y="3149600"/>
                </a:lnTo>
                <a:lnTo>
                  <a:pt x="2738422" y="3187700"/>
                </a:lnTo>
                <a:lnTo>
                  <a:pt x="2708477" y="3238500"/>
                </a:lnTo>
                <a:lnTo>
                  <a:pt x="2676720" y="3276600"/>
                </a:lnTo>
                <a:lnTo>
                  <a:pt x="2643890" y="3314700"/>
                </a:lnTo>
                <a:lnTo>
                  <a:pt x="2610722" y="3352800"/>
                </a:lnTo>
                <a:lnTo>
                  <a:pt x="2577954" y="3403600"/>
                </a:lnTo>
                <a:lnTo>
                  <a:pt x="2546323" y="3441700"/>
                </a:lnTo>
                <a:lnTo>
                  <a:pt x="2516566" y="3492500"/>
                </a:lnTo>
                <a:lnTo>
                  <a:pt x="2490033" y="3530600"/>
                </a:lnTo>
                <a:lnTo>
                  <a:pt x="2463637" y="3581400"/>
                </a:lnTo>
                <a:lnTo>
                  <a:pt x="2437459" y="3619500"/>
                </a:lnTo>
                <a:lnTo>
                  <a:pt x="2411577" y="3670300"/>
                </a:lnTo>
                <a:lnTo>
                  <a:pt x="2386073" y="3721100"/>
                </a:lnTo>
                <a:lnTo>
                  <a:pt x="2361026" y="3771900"/>
                </a:lnTo>
                <a:lnTo>
                  <a:pt x="2336516" y="3822700"/>
                </a:lnTo>
                <a:lnTo>
                  <a:pt x="2312624" y="3860800"/>
                </a:lnTo>
                <a:lnTo>
                  <a:pt x="2289429" y="3886200"/>
                </a:lnTo>
                <a:lnTo>
                  <a:pt x="2267011" y="3911600"/>
                </a:lnTo>
                <a:lnTo>
                  <a:pt x="2239939" y="3937000"/>
                </a:lnTo>
                <a:lnTo>
                  <a:pt x="2212599" y="3949700"/>
                </a:lnTo>
                <a:lnTo>
                  <a:pt x="2188653" y="3949700"/>
                </a:lnTo>
                <a:lnTo>
                  <a:pt x="2171761" y="3975100"/>
                </a:lnTo>
                <a:lnTo>
                  <a:pt x="2165450" y="3987800"/>
                </a:lnTo>
                <a:lnTo>
                  <a:pt x="2163426" y="4000500"/>
                </a:lnTo>
                <a:lnTo>
                  <a:pt x="2163188" y="4013200"/>
                </a:lnTo>
                <a:lnTo>
                  <a:pt x="2162236" y="4025900"/>
                </a:lnTo>
                <a:lnTo>
                  <a:pt x="2159676" y="4051300"/>
                </a:lnTo>
                <a:lnTo>
                  <a:pt x="2156759" y="4064000"/>
                </a:lnTo>
                <a:lnTo>
                  <a:pt x="2154199" y="4076700"/>
                </a:lnTo>
                <a:lnTo>
                  <a:pt x="2152711" y="4089400"/>
                </a:lnTo>
                <a:lnTo>
                  <a:pt x="2144138" y="4114800"/>
                </a:lnTo>
                <a:lnTo>
                  <a:pt x="2136637" y="4127500"/>
                </a:lnTo>
                <a:lnTo>
                  <a:pt x="2123049" y="4165600"/>
                </a:lnTo>
                <a:lnTo>
                  <a:pt x="2115444" y="4178300"/>
                </a:lnTo>
                <a:lnTo>
                  <a:pt x="2109089" y="4191000"/>
                </a:lnTo>
                <a:lnTo>
                  <a:pt x="2106038" y="4203700"/>
                </a:lnTo>
                <a:lnTo>
                  <a:pt x="2107498" y="4216400"/>
                </a:lnTo>
                <a:lnTo>
                  <a:pt x="2113587" y="4254500"/>
                </a:lnTo>
                <a:lnTo>
                  <a:pt x="2122588" y="4305300"/>
                </a:lnTo>
                <a:lnTo>
                  <a:pt x="2132779" y="4356100"/>
                </a:lnTo>
                <a:lnTo>
                  <a:pt x="2142440" y="4419600"/>
                </a:lnTo>
                <a:lnTo>
                  <a:pt x="2149853" y="4470400"/>
                </a:lnTo>
                <a:lnTo>
                  <a:pt x="2154559" y="4521200"/>
                </a:lnTo>
                <a:lnTo>
                  <a:pt x="2159386" y="4572000"/>
                </a:lnTo>
                <a:lnTo>
                  <a:pt x="2164109" y="4610100"/>
                </a:lnTo>
                <a:lnTo>
                  <a:pt x="2168507" y="4660900"/>
                </a:lnTo>
                <a:lnTo>
                  <a:pt x="2175433" y="4775200"/>
                </a:lnTo>
                <a:lnTo>
                  <a:pt x="2177516" y="4826000"/>
                </a:lnTo>
                <a:lnTo>
                  <a:pt x="2178382" y="4876800"/>
                </a:lnTo>
                <a:lnTo>
                  <a:pt x="2177808" y="4927600"/>
                </a:lnTo>
                <a:lnTo>
                  <a:pt x="2175571" y="4978400"/>
                </a:lnTo>
                <a:lnTo>
                  <a:pt x="2172142" y="5029200"/>
                </a:lnTo>
                <a:lnTo>
                  <a:pt x="2168027" y="5080000"/>
                </a:lnTo>
                <a:lnTo>
                  <a:pt x="2163055" y="5130800"/>
                </a:lnTo>
                <a:lnTo>
                  <a:pt x="2157054" y="5181600"/>
                </a:lnTo>
                <a:lnTo>
                  <a:pt x="2149853" y="5232400"/>
                </a:lnTo>
                <a:lnTo>
                  <a:pt x="2141281" y="5270500"/>
                </a:lnTo>
                <a:lnTo>
                  <a:pt x="2131165" y="5321300"/>
                </a:lnTo>
                <a:lnTo>
                  <a:pt x="2119335" y="5372100"/>
                </a:lnTo>
                <a:lnTo>
                  <a:pt x="2105619" y="5422900"/>
                </a:lnTo>
                <a:lnTo>
                  <a:pt x="2089846" y="5461000"/>
                </a:lnTo>
                <a:lnTo>
                  <a:pt x="2072054" y="5511800"/>
                </a:lnTo>
                <a:lnTo>
                  <a:pt x="2052439" y="5562600"/>
                </a:lnTo>
                <a:lnTo>
                  <a:pt x="2031064" y="5600700"/>
                </a:lnTo>
                <a:lnTo>
                  <a:pt x="2007991" y="5651500"/>
                </a:lnTo>
                <a:lnTo>
                  <a:pt x="1983285" y="5689600"/>
                </a:lnTo>
                <a:lnTo>
                  <a:pt x="1957006" y="5740400"/>
                </a:lnTo>
                <a:lnTo>
                  <a:pt x="1929219" y="5778500"/>
                </a:lnTo>
                <a:lnTo>
                  <a:pt x="1899986" y="5816600"/>
                </a:lnTo>
                <a:lnTo>
                  <a:pt x="1869369" y="5854700"/>
                </a:lnTo>
                <a:lnTo>
                  <a:pt x="1837433" y="5892800"/>
                </a:lnTo>
                <a:lnTo>
                  <a:pt x="1802243" y="5930900"/>
                </a:lnTo>
                <a:lnTo>
                  <a:pt x="1764826" y="5956300"/>
                </a:lnTo>
                <a:lnTo>
                  <a:pt x="1725497" y="5994400"/>
                </a:lnTo>
                <a:lnTo>
                  <a:pt x="1684568" y="6019800"/>
                </a:lnTo>
                <a:lnTo>
                  <a:pt x="1642353" y="6045200"/>
                </a:lnTo>
                <a:lnTo>
                  <a:pt x="1555322" y="6096000"/>
                </a:lnTo>
                <a:lnTo>
                  <a:pt x="1511132" y="6108700"/>
                </a:lnTo>
                <a:lnTo>
                  <a:pt x="1466911" y="6134100"/>
                </a:lnTo>
                <a:lnTo>
                  <a:pt x="1377232" y="6159500"/>
                </a:lnTo>
                <a:lnTo>
                  <a:pt x="1331091" y="6184900"/>
                </a:lnTo>
                <a:lnTo>
                  <a:pt x="1236991" y="6210300"/>
                </a:lnTo>
                <a:lnTo>
                  <a:pt x="1189345" y="6210300"/>
                </a:lnTo>
                <a:lnTo>
                  <a:pt x="1141511" y="6223000"/>
                </a:lnTo>
                <a:close/>
              </a:path>
              <a:path w="2919730" h="6223000">
                <a:moveTo>
                  <a:pt x="478096" y="5105400"/>
                </a:moveTo>
                <a:lnTo>
                  <a:pt x="444164" y="5105400"/>
                </a:lnTo>
                <a:lnTo>
                  <a:pt x="451545" y="5092700"/>
                </a:lnTo>
                <a:lnTo>
                  <a:pt x="464062" y="5092700"/>
                </a:lnTo>
                <a:lnTo>
                  <a:pt x="478096" y="5105400"/>
                </a:lnTo>
                <a:close/>
              </a:path>
              <a:path w="2919730" h="6223000">
                <a:moveTo>
                  <a:pt x="584330" y="5105400"/>
                </a:moveTo>
                <a:lnTo>
                  <a:pt x="533341" y="5105400"/>
                </a:lnTo>
                <a:lnTo>
                  <a:pt x="547108" y="5092700"/>
                </a:lnTo>
                <a:lnTo>
                  <a:pt x="562035" y="5092700"/>
                </a:lnTo>
                <a:lnTo>
                  <a:pt x="584330" y="5105400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1661993" y="1611085"/>
            <a:ext cx="12981940" cy="7092315"/>
            <a:chOff x="1661993" y="1611085"/>
            <a:chExt cx="12981940" cy="7092315"/>
          </a:xfrm>
        </p:grpSpPr>
        <p:sp>
          <p:nvSpPr>
            <p:cNvPr id="7" name="object 7" descr=""/>
            <p:cNvSpPr/>
            <p:nvPr/>
          </p:nvSpPr>
          <p:spPr>
            <a:xfrm>
              <a:off x="1661993" y="2289379"/>
              <a:ext cx="2668270" cy="6413500"/>
            </a:xfrm>
            <a:custGeom>
              <a:avLst/>
              <a:gdLst/>
              <a:ahLst/>
              <a:cxnLst/>
              <a:rect l="l" t="t" r="r" b="b"/>
              <a:pathLst>
                <a:path w="2668270" h="6413500">
                  <a:moveTo>
                    <a:pt x="2234683" y="12699"/>
                  </a:moveTo>
                  <a:lnTo>
                    <a:pt x="1590309" y="12699"/>
                  </a:lnTo>
                  <a:lnTo>
                    <a:pt x="1642704" y="0"/>
                  </a:lnTo>
                  <a:lnTo>
                    <a:pt x="2194726" y="0"/>
                  </a:lnTo>
                  <a:lnTo>
                    <a:pt x="2234683" y="12699"/>
                  </a:lnTo>
                  <a:close/>
                </a:path>
                <a:path w="2668270" h="6413500">
                  <a:moveTo>
                    <a:pt x="1969417" y="6413499"/>
                  </a:moveTo>
                  <a:lnTo>
                    <a:pt x="1774084" y="6413499"/>
                  </a:lnTo>
                  <a:lnTo>
                    <a:pt x="1578695" y="6362699"/>
                  </a:lnTo>
                  <a:lnTo>
                    <a:pt x="1532249" y="6337299"/>
                  </a:lnTo>
                  <a:lnTo>
                    <a:pt x="1487025" y="6311899"/>
                  </a:lnTo>
                  <a:lnTo>
                    <a:pt x="1443156" y="6286499"/>
                  </a:lnTo>
                  <a:lnTo>
                    <a:pt x="1361062" y="6235699"/>
                  </a:lnTo>
                  <a:lnTo>
                    <a:pt x="1320996" y="6210299"/>
                  </a:lnTo>
                  <a:lnTo>
                    <a:pt x="1281767" y="6172199"/>
                  </a:lnTo>
                  <a:lnTo>
                    <a:pt x="1243513" y="6134099"/>
                  </a:lnTo>
                  <a:lnTo>
                    <a:pt x="1206372" y="6095999"/>
                  </a:lnTo>
                  <a:lnTo>
                    <a:pt x="1170479" y="6057899"/>
                  </a:lnTo>
                  <a:lnTo>
                    <a:pt x="1135974" y="6019799"/>
                  </a:lnTo>
                  <a:lnTo>
                    <a:pt x="1102993" y="5981699"/>
                  </a:lnTo>
                  <a:lnTo>
                    <a:pt x="1071673" y="5943599"/>
                  </a:lnTo>
                  <a:lnTo>
                    <a:pt x="1042153" y="5905499"/>
                  </a:lnTo>
                  <a:lnTo>
                    <a:pt x="1012999" y="5867399"/>
                  </a:lnTo>
                  <a:lnTo>
                    <a:pt x="985514" y="5816599"/>
                  </a:lnTo>
                  <a:lnTo>
                    <a:pt x="959651" y="5778499"/>
                  </a:lnTo>
                  <a:lnTo>
                    <a:pt x="935366" y="5727699"/>
                  </a:lnTo>
                  <a:lnTo>
                    <a:pt x="912613" y="5689599"/>
                  </a:lnTo>
                  <a:lnTo>
                    <a:pt x="891346" y="5638799"/>
                  </a:lnTo>
                  <a:lnTo>
                    <a:pt x="871518" y="5587999"/>
                  </a:lnTo>
                  <a:lnTo>
                    <a:pt x="853086" y="5549899"/>
                  </a:lnTo>
                  <a:lnTo>
                    <a:pt x="836002" y="5499099"/>
                  </a:lnTo>
                  <a:lnTo>
                    <a:pt x="820221" y="5448299"/>
                  </a:lnTo>
                  <a:lnTo>
                    <a:pt x="805972" y="5397499"/>
                  </a:lnTo>
                  <a:lnTo>
                    <a:pt x="793444" y="5346699"/>
                  </a:lnTo>
                  <a:lnTo>
                    <a:pt x="782527" y="5295899"/>
                  </a:lnTo>
                  <a:lnTo>
                    <a:pt x="773114" y="5232399"/>
                  </a:lnTo>
                  <a:lnTo>
                    <a:pt x="765095" y="5181599"/>
                  </a:lnTo>
                  <a:lnTo>
                    <a:pt x="758361" y="5130799"/>
                  </a:lnTo>
                  <a:lnTo>
                    <a:pt x="752806" y="5067299"/>
                  </a:lnTo>
                  <a:lnTo>
                    <a:pt x="748318" y="5016499"/>
                  </a:lnTo>
                  <a:lnTo>
                    <a:pt x="744791" y="4965699"/>
                  </a:lnTo>
                  <a:lnTo>
                    <a:pt x="742116" y="4927599"/>
                  </a:lnTo>
                  <a:lnTo>
                    <a:pt x="741719" y="4864099"/>
                  </a:lnTo>
                  <a:lnTo>
                    <a:pt x="744973" y="4813299"/>
                  </a:lnTo>
                  <a:lnTo>
                    <a:pt x="749974" y="4749799"/>
                  </a:lnTo>
                  <a:lnTo>
                    <a:pt x="754816" y="4698999"/>
                  </a:lnTo>
                  <a:lnTo>
                    <a:pt x="757594" y="4660899"/>
                  </a:lnTo>
                  <a:lnTo>
                    <a:pt x="756403" y="4622799"/>
                  </a:lnTo>
                  <a:lnTo>
                    <a:pt x="752921" y="4610099"/>
                  </a:lnTo>
                  <a:lnTo>
                    <a:pt x="747831" y="4597399"/>
                  </a:lnTo>
                  <a:lnTo>
                    <a:pt x="742741" y="4571999"/>
                  </a:lnTo>
                  <a:lnTo>
                    <a:pt x="739258" y="4559299"/>
                  </a:lnTo>
                  <a:lnTo>
                    <a:pt x="737191" y="4533899"/>
                  </a:lnTo>
                  <a:lnTo>
                    <a:pt x="736211" y="4483099"/>
                  </a:lnTo>
                  <a:lnTo>
                    <a:pt x="736296" y="4444999"/>
                  </a:lnTo>
                  <a:lnTo>
                    <a:pt x="737424" y="4381499"/>
                  </a:lnTo>
                  <a:lnTo>
                    <a:pt x="739570" y="4330699"/>
                  </a:lnTo>
                  <a:lnTo>
                    <a:pt x="742711" y="4267199"/>
                  </a:lnTo>
                  <a:lnTo>
                    <a:pt x="746825" y="4203699"/>
                  </a:lnTo>
                  <a:lnTo>
                    <a:pt x="751888" y="4140199"/>
                  </a:lnTo>
                  <a:lnTo>
                    <a:pt x="757877" y="4076699"/>
                  </a:lnTo>
                  <a:lnTo>
                    <a:pt x="764768" y="4025899"/>
                  </a:lnTo>
                  <a:lnTo>
                    <a:pt x="772540" y="3987799"/>
                  </a:lnTo>
                  <a:lnTo>
                    <a:pt x="781168" y="3949699"/>
                  </a:lnTo>
                  <a:lnTo>
                    <a:pt x="798224" y="3911599"/>
                  </a:lnTo>
                  <a:lnTo>
                    <a:pt x="819744" y="3886199"/>
                  </a:lnTo>
                  <a:lnTo>
                    <a:pt x="837693" y="3860799"/>
                  </a:lnTo>
                  <a:lnTo>
                    <a:pt x="844033" y="3835399"/>
                  </a:lnTo>
                  <a:lnTo>
                    <a:pt x="833258" y="3822699"/>
                  </a:lnTo>
                  <a:lnTo>
                    <a:pt x="811410" y="3797299"/>
                  </a:lnTo>
                  <a:lnTo>
                    <a:pt x="785633" y="3771899"/>
                  </a:lnTo>
                  <a:lnTo>
                    <a:pt x="763071" y="3746499"/>
                  </a:lnTo>
                  <a:lnTo>
                    <a:pt x="747328" y="3708399"/>
                  </a:lnTo>
                  <a:lnTo>
                    <a:pt x="733701" y="3657599"/>
                  </a:lnTo>
                  <a:lnTo>
                    <a:pt x="721158" y="3606799"/>
                  </a:lnTo>
                  <a:lnTo>
                    <a:pt x="708664" y="3555999"/>
                  </a:lnTo>
                  <a:lnTo>
                    <a:pt x="695188" y="3505199"/>
                  </a:lnTo>
                  <a:lnTo>
                    <a:pt x="679695" y="3454399"/>
                  </a:lnTo>
                  <a:lnTo>
                    <a:pt x="661153" y="3441699"/>
                  </a:lnTo>
                  <a:lnTo>
                    <a:pt x="643041" y="3428999"/>
                  </a:lnTo>
                  <a:lnTo>
                    <a:pt x="372546" y="3428999"/>
                  </a:lnTo>
                  <a:lnTo>
                    <a:pt x="366042" y="3416299"/>
                  </a:lnTo>
                  <a:lnTo>
                    <a:pt x="351233" y="3416299"/>
                  </a:lnTo>
                  <a:lnTo>
                    <a:pt x="333032" y="3403599"/>
                  </a:lnTo>
                  <a:lnTo>
                    <a:pt x="316348" y="3403599"/>
                  </a:lnTo>
                  <a:lnTo>
                    <a:pt x="300081" y="3390899"/>
                  </a:lnTo>
                  <a:lnTo>
                    <a:pt x="281939" y="3390899"/>
                  </a:lnTo>
                  <a:lnTo>
                    <a:pt x="267190" y="3378199"/>
                  </a:lnTo>
                  <a:lnTo>
                    <a:pt x="255239" y="3378199"/>
                  </a:lnTo>
                  <a:lnTo>
                    <a:pt x="242053" y="3365499"/>
                  </a:lnTo>
                  <a:lnTo>
                    <a:pt x="226009" y="3352799"/>
                  </a:lnTo>
                  <a:lnTo>
                    <a:pt x="197152" y="3340099"/>
                  </a:lnTo>
                  <a:lnTo>
                    <a:pt x="181212" y="3327399"/>
                  </a:lnTo>
                  <a:lnTo>
                    <a:pt x="168309" y="3314699"/>
                  </a:lnTo>
                  <a:lnTo>
                    <a:pt x="158218" y="3314699"/>
                  </a:lnTo>
                  <a:lnTo>
                    <a:pt x="147637" y="3301999"/>
                  </a:lnTo>
                  <a:lnTo>
                    <a:pt x="134733" y="3276599"/>
                  </a:lnTo>
                  <a:lnTo>
                    <a:pt x="122991" y="3263899"/>
                  </a:lnTo>
                  <a:lnTo>
                    <a:pt x="83938" y="3225799"/>
                  </a:lnTo>
                  <a:lnTo>
                    <a:pt x="80426" y="3213099"/>
                  </a:lnTo>
                  <a:lnTo>
                    <a:pt x="72984" y="3200399"/>
                  </a:lnTo>
                  <a:lnTo>
                    <a:pt x="64114" y="3187699"/>
                  </a:lnTo>
                  <a:lnTo>
                    <a:pt x="56316" y="3174999"/>
                  </a:lnTo>
                  <a:lnTo>
                    <a:pt x="47981" y="3162299"/>
                  </a:lnTo>
                  <a:lnTo>
                    <a:pt x="38933" y="3136899"/>
                  </a:lnTo>
                  <a:lnTo>
                    <a:pt x="31670" y="3124199"/>
                  </a:lnTo>
                  <a:lnTo>
                    <a:pt x="28693" y="3124199"/>
                  </a:lnTo>
                  <a:lnTo>
                    <a:pt x="26729" y="3111499"/>
                  </a:lnTo>
                  <a:lnTo>
                    <a:pt x="22978" y="3098799"/>
                  </a:lnTo>
                  <a:lnTo>
                    <a:pt x="18513" y="3073399"/>
                  </a:lnTo>
                  <a:lnTo>
                    <a:pt x="14406" y="3060699"/>
                  </a:lnTo>
                  <a:lnTo>
                    <a:pt x="0" y="3009899"/>
                  </a:lnTo>
                  <a:lnTo>
                    <a:pt x="0" y="2882899"/>
                  </a:lnTo>
                  <a:lnTo>
                    <a:pt x="14406" y="2832099"/>
                  </a:lnTo>
                  <a:lnTo>
                    <a:pt x="22978" y="2793999"/>
                  </a:lnTo>
                  <a:lnTo>
                    <a:pt x="26729" y="2781299"/>
                  </a:lnTo>
                  <a:lnTo>
                    <a:pt x="28693" y="2768599"/>
                  </a:lnTo>
                  <a:lnTo>
                    <a:pt x="31670" y="2768599"/>
                  </a:lnTo>
                  <a:lnTo>
                    <a:pt x="38933" y="2743199"/>
                  </a:lnTo>
                  <a:lnTo>
                    <a:pt x="47981" y="2730499"/>
                  </a:lnTo>
                  <a:lnTo>
                    <a:pt x="56316" y="2717799"/>
                  </a:lnTo>
                  <a:lnTo>
                    <a:pt x="64114" y="2705099"/>
                  </a:lnTo>
                  <a:lnTo>
                    <a:pt x="72984" y="2679699"/>
                  </a:lnTo>
                  <a:lnTo>
                    <a:pt x="80426" y="2666999"/>
                  </a:lnTo>
                  <a:lnTo>
                    <a:pt x="83938" y="2666999"/>
                  </a:lnTo>
                  <a:lnTo>
                    <a:pt x="88165" y="2654299"/>
                  </a:lnTo>
                  <a:lnTo>
                    <a:pt x="98464" y="2641599"/>
                  </a:lnTo>
                  <a:lnTo>
                    <a:pt x="111263" y="2628899"/>
                  </a:lnTo>
                  <a:lnTo>
                    <a:pt x="134733" y="2603499"/>
                  </a:lnTo>
                  <a:lnTo>
                    <a:pt x="147637" y="2590799"/>
                  </a:lnTo>
                  <a:lnTo>
                    <a:pt x="158218" y="2578099"/>
                  </a:lnTo>
                  <a:lnTo>
                    <a:pt x="162996" y="2578099"/>
                  </a:lnTo>
                  <a:lnTo>
                    <a:pt x="181212" y="2565399"/>
                  </a:lnTo>
                  <a:lnTo>
                    <a:pt x="197152" y="2552699"/>
                  </a:lnTo>
                  <a:lnTo>
                    <a:pt x="226009" y="2527299"/>
                  </a:lnTo>
                  <a:lnTo>
                    <a:pt x="255239" y="2514599"/>
                  </a:lnTo>
                  <a:lnTo>
                    <a:pt x="261103" y="2501899"/>
                  </a:lnTo>
                  <a:lnTo>
                    <a:pt x="281939" y="2501899"/>
                  </a:lnTo>
                  <a:lnTo>
                    <a:pt x="300081" y="2489199"/>
                  </a:lnTo>
                  <a:lnTo>
                    <a:pt x="316348" y="2489199"/>
                  </a:lnTo>
                  <a:lnTo>
                    <a:pt x="333032" y="2476499"/>
                  </a:lnTo>
                  <a:lnTo>
                    <a:pt x="351233" y="2476499"/>
                  </a:lnTo>
                  <a:lnTo>
                    <a:pt x="366042" y="2463799"/>
                  </a:lnTo>
                  <a:lnTo>
                    <a:pt x="413935" y="2463799"/>
                  </a:lnTo>
                  <a:lnTo>
                    <a:pt x="431601" y="2451099"/>
                  </a:lnTo>
                  <a:lnTo>
                    <a:pt x="490656" y="2451099"/>
                  </a:lnTo>
                  <a:lnTo>
                    <a:pt x="499288" y="2438399"/>
                  </a:lnTo>
                  <a:lnTo>
                    <a:pt x="518278" y="2412999"/>
                  </a:lnTo>
                  <a:lnTo>
                    <a:pt x="539412" y="2387599"/>
                  </a:lnTo>
                  <a:lnTo>
                    <a:pt x="554473" y="2362199"/>
                  </a:lnTo>
                  <a:lnTo>
                    <a:pt x="560858" y="2324099"/>
                  </a:lnTo>
                  <a:lnTo>
                    <a:pt x="559117" y="2273299"/>
                  </a:lnTo>
                  <a:lnTo>
                    <a:pt x="556482" y="2222499"/>
                  </a:lnTo>
                  <a:lnTo>
                    <a:pt x="560188" y="2171699"/>
                  </a:lnTo>
                  <a:lnTo>
                    <a:pt x="567180" y="2133599"/>
                  </a:lnTo>
                  <a:lnTo>
                    <a:pt x="576517" y="2095499"/>
                  </a:lnTo>
                  <a:lnTo>
                    <a:pt x="587885" y="2044699"/>
                  </a:lnTo>
                  <a:lnTo>
                    <a:pt x="600969" y="1993899"/>
                  </a:lnTo>
                  <a:lnTo>
                    <a:pt x="615456" y="1930399"/>
                  </a:lnTo>
                  <a:lnTo>
                    <a:pt x="631030" y="1879599"/>
                  </a:lnTo>
                  <a:lnTo>
                    <a:pt x="647379" y="1828799"/>
                  </a:lnTo>
                  <a:lnTo>
                    <a:pt x="664187" y="1777999"/>
                  </a:lnTo>
                  <a:lnTo>
                    <a:pt x="681141" y="1727199"/>
                  </a:lnTo>
                  <a:lnTo>
                    <a:pt x="697926" y="1676399"/>
                  </a:lnTo>
                  <a:lnTo>
                    <a:pt x="714228" y="1638299"/>
                  </a:lnTo>
                  <a:lnTo>
                    <a:pt x="729733" y="1612899"/>
                  </a:lnTo>
                  <a:lnTo>
                    <a:pt x="754439" y="1574799"/>
                  </a:lnTo>
                  <a:lnTo>
                    <a:pt x="781644" y="1549399"/>
                  </a:lnTo>
                  <a:lnTo>
                    <a:pt x="805278" y="1523999"/>
                  </a:lnTo>
                  <a:lnTo>
                    <a:pt x="819268" y="1498599"/>
                  </a:lnTo>
                  <a:lnTo>
                    <a:pt x="823078" y="1498599"/>
                  </a:lnTo>
                  <a:lnTo>
                    <a:pt x="822126" y="1485899"/>
                  </a:lnTo>
                  <a:lnTo>
                    <a:pt x="824477" y="1473199"/>
                  </a:lnTo>
                  <a:lnTo>
                    <a:pt x="830222" y="1460499"/>
                  </a:lnTo>
                  <a:lnTo>
                    <a:pt x="837395" y="1447799"/>
                  </a:lnTo>
                  <a:lnTo>
                    <a:pt x="844033" y="1422399"/>
                  </a:lnTo>
                  <a:lnTo>
                    <a:pt x="850120" y="1409699"/>
                  </a:lnTo>
                  <a:lnTo>
                    <a:pt x="862651" y="1371599"/>
                  </a:lnTo>
                  <a:lnTo>
                    <a:pt x="864988" y="1371599"/>
                  </a:lnTo>
                  <a:lnTo>
                    <a:pt x="868739" y="1358899"/>
                  </a:lnTo>
                  <a:lnTo>
                    <a:pt x="877847" y="1346199"/>
                  </a:lnTo>
                  <a:lnTo>
                    <a:pt x="889098" y="1333499"/>
                  </a:lnTo>
                  <a:lnTo>
                    <a:pt x="909458" y="1308099"/>
                  </a:lnTo>
                  <a:lnTo>
                    <a:pt x="920709" y="1282699"/>
                  </a:lnTo>
                  <a:lnTo>
                    <a:pt x="929818" y="1269999"/>
                  </a:lnTo>
                  <a:lnTo>
                    <a:pt x="939238" y="1269999"/>
                  </a:lnTo>
                  <a:lnTo>
                    <a:pt x="951785" y="1257299"/>
                  </a:lnTo>
                  <a:lnTo>
                    <a:pt x="966653" y="1244599"/>
                  </a:lnTo>
                  <a:lnTo>
                    <a:pt x="979288" y="1231899"/>
                  </a:lnTo>
                  <a:lnTo>
                    <a:pt x="987622" y="1219199"/>
                  </a:lnTo>
                  <a:lnTo>
                    <a:pt x="995957" y="1219199"/>
                  </a:lnTo>
                  <a:lnTo>
                    <a:pt x="1002862" y="1206499"/>
                  </a:lnTo>
                  <a:lnTo>
                    <a:pt x="1006911" y="1206499"/>
                  </a:lnTo>
                  <a:lnTo>
                    <a:pt x="1003398" y="1181099"/>
                  </a:lnTo>
                  <a:lnTo>
                    <a:pt x="990242" y="1168399"/>
                  </a:lnTo>
                  <a:lnTo>
                    <a:pt x="974228" y="1130299"/>
                  </a:lnTo>
                  <a:lnTo>
                    <a:pt x="962143" y="1104899"/>
                  </a:lnTo>
                  <a:lnTo>
                    <a:pt x="956419" y="1066799"/>
                  </a:lnTo>
                  <a:lnTo>
                    <a:pt x="950475" y="1028699"/>
                  </a:lnTo>
                  <a:lnTo>
                    <a:pt x="944663" y="990599"/>
                  </a:lnTo>
                  <a:lnTo>
                    <a:pt x="939337" y="939799"/>
                  </a:lnTo>
                  <a:lnTo>
                    <a:pt x="934851" y="888999"/>
                  </a:lnTo>
                  <a:lnTo>
                    <a:pt x="931560" y="825499"/>
                  </a:lnTo>
                  <a:lnTo>
                    <a:pt x="929816" y="774699"/>
                  </a:lnTo>
                  <a:lnTo>
                    <a:pt x="929879" y="749299"/>
                  </a:lnTo>
                  <a:lnTo>
                    <a:pt x="929974" y="711199"/>
                  </a:lnTo>
                  <a:lnTo>
                    <a:pt x="932387" y="660399"/>
                  </a:lnTo>
                  <a:lnTo>
                    <a:pt x="937409" y="609599"/>
                  </a:lnTo>
                  <a:lnTo>
                    <a:pt x="945394" y="558799"/>
                  </a:lnTo>
                  <a:lnTo>
                    <a:pt x="956696" y="507999"/>
                  </a:lnTo>
                  <a:lnTo>
                    <a:pt x="971668" y="457199"/>
                  </a:lnTo>
                  <a:lnTo>
                    <a:pt x="992027" y="419099"/>
                  </a:lnTo>
                  <a:lnTo>
                    <a:pt x="1016461" y="368299"/>
                  </a:lnTo>
                  <a:lnTo>
                    <a:pt x="1044557" y="330199"/>
                  </a:lnTo>
                  <a:lnTo>
                    <a:pt x="1075903" y="292099"/>
                  </a:lnTo>
                  <a:lnTo>
                    <a:pt x="1110088" y="253999"/>
                  </a:lnTo>
                  <a:lnTo>
                    <a:pt x="1146699" y="215899"/>
                  </a:lnTo>
                  <a:lnTo>
                    <a:pt x="1185324" y="177799"/>
                  </a:lnTo>
                  <a:lnTo>
                    <a:pt x="1225550" y="152399"/>
                  </a:lnTo>
                  <a:lnTo>
                    <a:pt x="1266965" y="126999"/>
                  </a:lnTo>
                  <a:lnTo>
                    <a:pt x="1309158" y="88899"/>
                  </a:lnTo>
                  <a:lnTo>
                    <a:pt x="1351716" y="76199"/>
                  </a:lnTo>
                  <a:lnTo>
                    <a:pt x="1394090" y="50799"/>
                  </a:lnTo>
                  <a:lnTo>
                    <a:pt x="1439804" y="38099"/>
                  </a:lnTo>
                  <a:lnTo>
                    <a:pt x="1488191" y="25399"/>
                  </a:lnTo>
                  <a:lnTo>
                    <a:pt x="1538582" y="12699"/>
                  </a:lnTo>
                  <a:lnTo>
                    <a:pt x="2290523" y="12699"/>
                  </a:lnTo>
                  <a:lnTo>
                    <a:pt x="2314380" y="25399"/>
                  </a:lnTo>
                  <a:lnTo>
                    <a:pt x="2338505" y="25399"/>
                  </a:lnTo>
                  <a:lnTo>
                    <a:pt x="2388035" y="50799"/>
                  </a:lnTo>
                  <a:lnTo>
                    <a:pt x="2457181" y="88899"/>
                  </a:lnTo>
                  <a:lnTo>
                    <a:pt x="2499270" y="114299"/>
                  </a:lnTo>
                  <a:lnTo>
                    <a:pt x="2518528" y="139699"/>
                  </a:lnTo>
                  <a:lnTo>
                    <a:pt x="2536551" y="152399"/>
                  </a:lnTo>
                  <a:lnTo>
                    <a:pt x="2553413" y="177799"/>
                  </a:lnTo>
                  <a:lnTo>
                    <a:pt x="2569025" y="203199"/>
                  </a:lnTo>
                  <a:lnTo>
                    <a:pt x="2583298" y="215899"/>
                  </a:lnTo>
                  <a:lnTo>
                    <a:pt x="2608063" y="266699"/>
                  </a:lnTo>
                  <a:lnTo>
                    <a:pt x="2627113" y="317499"/>
                  </a:lnTo>
                  <a:lnTo>
                    <a:pt x="2639972" y="368299"/>
                  </a:lnTo>
                  <a:lnTo>
                    <a:pt x="2647115" y="419099"/>
                  </a:lnTo>
                  <a:lnTo>
                    <a:pt x="2647830" y="444499"/>
                  </a:lnTo>
                  <a:lnTo>
                    <a:pt x="2647115" y="469899"/>
                  </a:lnTo>
                  <a:lnTo>
                    <a:pt x="2641400" y="520699"/>
                  </a:lnTo>
                  <a:lnTo>
                    <a:pt x="2628542" y="571499"/>
                  </a:lnTo>
                  <a:lnTo>
                    <a:pt x="2609968" y="622299"/>
                  </a:lnTo>
                  <a:lnTo>
                    <a:pt x="2585679" y="673099"/>
                  </a:lnTo>
                  <a:lnTo>
                    <a:pt x="2555675" y="711199"/>
                  </a:lnTo>
                  <a:lnTo>
                    <a:pt x="2539111" y="736599"/>
                  </a:lnTo>
                  <a:lnTo>
                    <a:pt x="2521028" y="749299"/>
                  </a:lnTo>
                  <a:lnTo>
                    <a:pt x="2501695" y="774699"/>
                  </a:lnTo>
                  <a:lnTo>
                    <a:pt x="2481380" y="787399"/>
                  </a:lnTo>
                  <a:lnTo>
                    <a:pt x="2460559" y="800099"/>
                  </a:lnTo>
                  <a:lnTo>
                    <a:pt x="2438399" y="825499"/>
                  </a:lnTo>
                  <a:lnTo>
                    <a:pt x="2415345" y="838199"/>
                  </a:lnTo>
                  <a:lnTo>
                    <a:pt x="2391845" y="850899"/>
                  </a:lnTo>
                  <a:lnTo>
                    <a:pt x="1947013" y="850899"/>
                  </a:lnTo>
                  <a:lnTo>
                    <a:pt x="1886068" y="863599"/>
                  </a:lnTo>
                  <a:lnTo>
                    <a:pt x="1879913" y="888999"/>
                  </a:lnTo>
                  <a:lnTo>
                    <a:pt x="1884578" y="927099"/>
                  </a:lnTo>
                  <a:lnTo>
                    <a:pt x="1898131" y="952499"/>
                  </a:lnTo>
                  <a:lnTo>
                    <a:pt x="1918640" y="1003299"/>
                  </a:lnTo>
                  <a:lnTo>
                    <a:pt x="1944173" y="1041399"/>
                  </a:lnTo>
                  <a:lnTo>
                    <a:pt x="1972798" y="1092199"/>
                  </a:lnTo>
                  <a:lnTo>
                    <a:pt x="2002581" y="1142999"/>
                  </a:lnTo>
                  <a:lnTo>
                    <a:pt x="2031592" y="1193799"/>
                  </a:lnTo>
                  <a:lnTo>
                    <a:pt x="2057898" y="1244599"/>
                  </a:lnTo>
                  <a:lnTo>
                    <a:pt x="2079566" y="1295399"/>
                  </a:lnTo>
                  <a:lnTo>
                    <a:pt x="2094665" y="1346199"/>
                  </a:lnTo>
                  <a:lnTo>
                    <a:pt x="2105892" y="1396999"/>
                  </a:lnTo>
                  <a:lnTo>
                    <a:pt x="2115552" y="1435099"/>
                  </a:lnTo>
                  <a:lnTo>
                    <a:pt x="2123623" y="1485899"/>
                  </a:lnTo>
                  <a:lnTo>
                    <a:pt x="2130083" y="1536699"/>
                  </a:lnTo>
                  <a:lnTo>
                    <a:pt x="2134909" y="1587499"/>
                  </a:lnTo>
                  <a:lnTo>
                    <a:pt x="2138077" y="1638299"/>
                  </a:lnTo>
                  <a:lnTo>
                    <a:pt x="2139564" y="1689099"/>
                  </a:lnTo>
                  <a:lnTo>
                    <a:pt x="2139403" y="1727199"/>
                  </a:lnTo>
                  <a:lnTo>
                    <a:pt x="2137408" y="1790699"/>
                  </a:lnTo>
                  <a:lnTo>
                    <a:pt x="2133718" y="1841499"/>
                  </a:lnTo>
                  <a:lnTo>
                    <a:pt x="2128101" y="1879599"/>
                  </a:lnTo>
                  <a:lnTo>
                    <a:pt x="2120057" y="1930399"/>
                  </a:lnTo>
                  <a:lnTo>
                    <a:pt x="2109935" y="1981199"/>
                  </a:lnTo>
                  <a:lnTo>
                    <a:pt x="2098087" y="2031999"/>
                  </a:lnTo>
                  <a:lnTo>
                    <a:pt x="2084864" y="2070099"/>
                  </a:lnTo>
                  <a:lnTo>
                    <a:pt x="2070615" y="2120899"/>
                  </a:lnTo>
                  <a:lnTo>
                    <a:pt x="2055691" y="2171699"/>
                  </a:lnTo>
                  <a:lnTo>
                    <a:pt x="2025222" y="2273299"/>
                  </a:lnTo>
                  <a:lnTo>
                    <a:pt x="2010378" y="2311399"/>
                  </a:lnTo>
                  <a:lnTo>
                    <a:pt x="1996261" y="2362199"/>
                  </a:lnTo>
                  <a:lnTo>
                    <a:pt x="1983223" y="2412999"/>
                  </a:lnTo>
                  <a:lnTo>
                    <a:pt x="1969406" y="2463799"/>
                  </a:lnTo>
                  <a:lnTo>
                    <a:pt x="1956788" y="2514599"/>
                  </a:lnTo>
                  <a:lnTo>
                    <a:pt x="1944805" y="2565399"/>
                  </a:lnTo>
                  <a:lnTo>
                    <a:pt x="1932893" y="2616199"/>
                  </a:lnTo>
                  <a:lnTo>
                    <a:pt x="1920487" y="2666999"/>
                  </a:lnTo>
                  <a:lnTo>
                    <a:pt x="1907023" y="2705099"/>
                  </a:lnTo>
                  <a:lnTo>
                    <a:pt x="1891936" y="2755899"/>
                  </a:lnTo>
                  <a:lnTo>
                    <a:pt x="1874662" y="2806699"/>
                  </a:lnTo>
                  <a:lnTo>
                    <a:pt x="1854635" y="2844799"/>
                  </a:lnTo>
                  <a:lnTo>
                    <a:pt x="1828486" y="2882899"/>
                  </a:lnTo>
                  <a:lnTo>
                    <a:pt x="1795640" y="2920999"/>
                  </a:lnTo>
                  <a:lnTo>
                    <a:pt x="1759132" y="2959099"/>
                  </a:lnTo>
                  <a:lnTo>
                    <a:pt x="1722000" y="2984499"/>
                  </a:lnTo>
                  <a:lnTo>
                    <a:pt x="1687278" y="3022599"/>
                  </a:lnTo>
                  <a:lnTo>
                    <a:pt x="1658004" y="3060699"/>
                  </a:lnTo>
                  <a:lnTo>
                    <a:pt x="1637213" y="3086099"/>
                  </a:lnTo>
                  <a:lnTo>
                    <a:pt x="1627941" y="3124199"/>
                  </a:lnTo>
                  <a:lnTo>
                    <a:pt x="1631122" y="3162299"/>
                  </a:lnTo>
                  <a:lnTo>
                    <a:pt x="1644856" y="3200399"/>
                  </a:lnTo>
                  <a:lnTo>
                    <a:pt x="1666852" y="3238499"/>
                  </a:lnTo>
                  <a:lnTo>
                    <a:pt x="1694822" y="3276599"/>
                  </a:lnTo>
                  <a:lnTo>
                    <a:pt x="1726477" y="3327399"/>
                  </a:lnTo>
                  <a:lnTo>
                    <a:pt x="1759527" y="3365499"/>
                  </a:lnTo>
                  <a:lnTo>
                    <a:pt x="1791683" y="3403599"/>
                  </a:lnTo>
                  <a:lnTo>
                    <a:pt x="1820656" y="3454399"/>
                  </a:lnTo>
                  <a:lnTo>
                    <a:pt x="1844158" y="3492499"/>
                  </a:lnTo>
                  <a:lnTo>
                    <a:pt x="1864863" y="3530599"/>
                  </a:lnTo>
                  <a:lnTo>
                    <a:pt x="1885906" y="3581399"/>
                  </a:lnTo>
                  <a:lnTo>
                    <a:pt x="1906635" y="3619499"/>
                  </a:lnTo>
                  <a:lnTo>
                    <a:pt x="1926400" y="3670299"/>
                  </a:lnTo>
                  <a:lnTo>
                    <a:pt x="1944549" y="3708399"/>
                  </a:lnTo>
                  <a:lnTo>
                    <a:pt x="1960434" y="3759199"/>
                  </a:lnTo>
                  <a:lnTo>
                    <a:pt x="1973401" y="3809999"/>
                  </a:lnTo>
                  <a:lnTo>
                    <a:pt x="1982802" y="3848099"/>
                  </a:lnTo>
                  <a:lnTo>
                    <a:pt x="1987985" y="3898899"/>
                  </a:lnTo>
                  <a:lnTo>
                    <a:pt x="1988519" y="3949699"/>
                  </a:lnTo>
                  <a:lnTo>
                    <a:pt x="1984348" y="3987799"/>
                  </a:lnTo>
                  <a:lnTo>
                    <a:pt x="1976344" y="4038599"/>
                  </a:lnTo>
                  <a:lnTo>
                    <a:pt x="1965376" y="4089399"/>
                  </a:lnTo>
                  <a:lnTo>
                    <a:pt x="1952316" y="4140199"/>
                  </a:lnTo>
                  <a:lnTo>
                    <a:pt x="1938032" y="4190999"/>
                  </a:lnTo>
                  <a:lnTo>
                    <a:pt x="1923396" y="4241799"/>
                  </a:lnTo>
                  <a:lnTo>
                    <a:pt x="1909277" y="4279899"/>
                  </a:lnTo>
                  <a:lnTo>
                    <a:pt x="1896545" y="4317999"/>
                  </a:lnTo>
                  <a:lnTo>
                    <a:pt x="1879467" y="4368799"/>
                  </a:lnTo>
                  <a:lnTo>
                    <a:pt x="1857705" y="4419599"/>
                  </a:lnTo>
                  <a:lnTo>
                    <a:pt x="1835466" y="4457699"/>
                  </a:lnTo>
                  <a:lnTo>
                    <a:pt x="1816959" y="4495799"/>
                  </a:lnTo>
                  <a:lnTo>
                    <a:pt x="1806389" y="4533899"/>
                  </a:lnTo>
                  <a:lnTo>
                    <a:pt x="1807963" y="4571999"/>
                  </a:lnTo>
                  <a:lnTo>
                    <a:pt x="1820244" y="4610099"/>
                  </a:lnTo>
                  <a:lnTo>
                    <a:pt x="1840873" y="4648199"/>
                  </a:lnTo>
                  <a:lnTo>
                    <a:pt x="1868394" y="4673599"/>
                  </a:lnTo>
                  <a:lnTo>
                    <a:pt x="1901347" y="4711699"/>
                  </a:lnTo>
                  <a:lnTo>
                    <a:pt x="1938275" y="4737099"/>
                  </a:lnTo>
                  <a:lnTo>
                    <a:pt x="1977720" y="4775199"/>
                  </a:lnTo>
                  <a:lnTo>
                    <a:pt x="2018222" y="4800599"/>
                  </a:lnTo>
                  <a:lnTo>
                    <a:pt x="2058325" y="4838699"/>
                  </a:lnTo>
                  <a:lnTo>
                    <a:pt x="2096570" y="4864099"/>
                  </a:lnTo>
                  <a:lnTo>
                    <a:pt x="2131853" y="4902199"/>
                  </a:lnTo>
                  <a:lnTo>
                    <a:pt x="2170469" y="4927599"/>
                  </a:lnTo>
                  <a:lnTo>
                    <a:pt x="2211585" y="4952999"/>
                  </a:lnTo>
                  <a:lnTo>
                    <a:pt x="2254368" y="4991099"/>
                  </a:lnTo>
                  <a:lnTo>
                    <a:pt x="2341601" y="5041899"/>
                  </a:lnTo>
                  <a:lnTo>
                    <a:pt x="2384384" y="5079999"/>
                  </a:lnTo>
                  <a:lnTo>
                    <a:pt x="2425500" y="5105399"/>
                  </a:lnTo>
                  <a:lnTo>
                    <a:pt x="2464116" y="5143499"/>
                  </a:lnTo>
                  <a:lnTo>
                    <a:pt x="2499399" y="5181599"/>
                  </a:lnTo>
                  <a:lnTo>
                    <a:pt x="2530514" y="5206999"/>
                  </a:lnTo>
                  <a:lnTo>
                    <a:pt x="2556628" y="5245099"/>
                  </a:lnTo>
                  <a:lnTo>
                    <a:pt x="2582399" y="5295899"/>
                  </a:lnTo>
                  <a:lnTo>
                    <a:pt x="2604046" y="5346699"/>
                  </a:lnTo>
                  <a:lnTo>
                    <a:pt x="2621892" y="5384799"/>
                  </a:lnTo>
                  <a:lnTo>
                    <a:pt x="2636256" y="5435599"/>
                  </a:lnTo>
                  <a:lnTo>
                    <a:pt x="2647462" y="5499099"/>
                  </a:lnTo>
                  <a:lnTo>
                    <a:pt x="2655829" y="5549899"/>
                  </a:lnTo>
                  <a:lnTo>
                    <a:pt x="2661680" y="5600699"/>
                  </a:lnTo>
                  <a:lnTo>
                    <a:pt x="2665336" y="5651499"/>
                  </a:lnTo>
                  <a:lnTo>
                    <a:pt x="2667118" y="5702299"/>
                  </a:lnTo>
                  <a:lnTo>
                    <a:pt x="2667908" y="5753099"/>
                  </a:lnTo>
                  <a:lnTo>
                    <a:pt x="2667868" y="5803899"/>
                  </a:lnTo>
                  <a:lnTo>
                    <a:pt x="2666236" y="5854699"/>
                  </a:lnTo>
                  <a:lnTo>
                    <a:pt x="2662252" y="5905499"/>
                  </a:lnTo>
                  <a:lnTo>
                    <a:pt x="2655156" y="5956299"/>
                  </a:lnTo>
                  <a:lnTo>
                    <a:pt x="2644187" y="5994399"/>
                  </a:lnTo>
                  <a:lnTo>
                    <a:pt x="2628585" y="6045199"/>
                  </a:lnTo>
                  <a:lnTo>
                    <a:pt x="2607590" y="6083299"/>
                  </a:lnTo>
                  <a:lnTo>
                    <a:pt x="2580440" y="6134099"/>
                  </a:lnTo>
                  <a:lnTo>
                    <a:pt x="2523198" y="6184899"/>
                  </a:lnTo>
                  <a:lnTo>
                    <a:pt x="2487431" y="6210299"/>
                  </a:lnTo>
                  <a:lnTo>
                    <a:pt x="2447721" y="6235699"/>
                  </a:lnTo>
                  <a:lnTo>
                    <a:pt x="2404687" y="6261099"/>
                  </a:lnTo>
                  <a:lnTo>
                    <a:pt x="2358942" y="6286499"/>
                  </a:lnTo>
                  <a:lnTo>
                    <a:pt x="2311105" y="6311899"/>
                  </a:lnTo>
                  <a:lnTo>
                    <a:pt x="2261791" y="6337299"/>
                  </a:lnTo>
                  <a:lnTo>
                    <a:pt x="2161199" y="6362699"/>
                  </a:lnTo>
                  <a:lnTo>
                    <a:pt x="2111154" y="6388099"/>
                  </a:lnTo>
                  <a:lnTo>
                    <a:pt x="2062098" y="6400799"/>
                  </a:lnTo>
                  <a:lnTo>
                    <a:pt x="2014646" y="6400799"/>
                  </a:lnTo>
                  <a:lnTo>
                    <a:pt x="1969417" y="6413499"/>
                  </a:lnTo>
                  <a:close/>
                </a:path>
                <a:path w="2668270" h="6413500">
                  <a:moveTo>
                    <a:pt x="2225634" y="888999"/>
                  </a:moveTo>
                  <a:lnTo>
                    <a:pt x="2186105" y="888999"/>
                  </a:lnTo>
                  <a:lnTo>
                    <a:pt x="2143913" y="876299"/>
                  </a:lnTo>
                  <a:lnTo>
                    <a:pt x="1947013" y="850899"/>
                  </a:lnTo>
                  <a:lnTo>
                    <a:pt x="2367631" y="850899"/>
                  </a:lnTo>
                  <a:lnTo>
                    <a:pt x="2342434" y="863599"/>
                  </a:lnTo>
                  <a:lnTo>
                    <a:pt x="2316702" y="876299"/>
                  </a:lnTo>
                  <a:lnTo>
                    <a:pt x="2260043" y="876299"/>
                  </a:lnTo>
                  <a:lnTo>
                    <a:pt x="2225634" y="888999"/>
                  </a:lnTo>
                  <a:close/>
                </a:path>
                <a:path w="2668270" h="6413500">
                  <a:moveTo>
                    <a:pt x="582096" y="3441699"/>
                  </a:moveTo>
                  <a:lnTo>
                    <a:pt x="467915" y="3441699"/>
                  </a:lnTo>
                  <a:lnTo>
                    <a:pt x="448731" y="3428999"/>
                  </a:lnTo>
                  <a:lnTo>
                    <a:pt x="602887" y="3428999"/>
                  </a:lnTo>
                  <a:lnTo>
                    <a:pt x="582096" y="3441699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08653" y="1611085"/>
              <a:ext cx="12534899" cy="6905624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10396097" y="8747187"/>
            <a:ext cx="689483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35835" algn="l"/>
              </a:tabLst>
            </a:pPr>
            <a:r>
              <a:rPr dirty="0" sz="3200" spc="120">
                <a:solidFill>
                  <a:srgbClr val="F0F0EF"/>
                </a:solidFill>
                <a:latin typeface="Microsoft Sans Serif"/>
                <a:cs typeface="Microsoft Sans Serif"/>
              </a:rPr>
              <a:t>Guided</a:t>
            </a:r>
            <a:r>
              <a:rPr dirty="0" sz="3200" spc="-55">
                <a:solidFill>
                  <a:srgbClr val="F0F0EF"/>
                </a:solidFill>
                <a:latin typeface="Microsoft Sans Serif"/>
                <a:cs typeface="Microsoft Sans Serif"/>
              </a:rPr>
              <a:t> </a:t>
            </a:r>
            <a:r>
              <a:rPr dirty="0" sz="3200" spc="95">
                <a:solidFill>
                  <a:srgbClr val="F0F0EF"/>
                </a:solidFill>
                <a:latin typeface="Microsoft Sans Serif"/>
                <a:cs typeface="Microsoft Sans Serif"/>
              </a:rPr>
              <a:t>By</a:t>
            </a:r>
            <a:r>
              <a:rPr dirty="0" sz="3200">
                <a:solidFill>
                  <a:srgbClr val="F0F0EF"/>
                </a:solidFill>
                <a:latin typeface="Microsoft Sans Serif"/>
                <a:cs typeface="Microsoft Sans Serif"/>
              </a:rPr>
              <a:t>	</a:t>
            </a:r>
            <a:r>
              <a:rPr dirty="0" sz="3200" spc="145">
                <a:solidFill>
                  <a:srgbClr val="F0F0EF"/>
                </a:solidFill>
                <a:latin typeface="Microsoft Sans Serif"/>
                <a:cs typeface="Microsoft Sans Serif"/>
              </a:rPr>
              <a:t>-</a:t>
            </a:r>
            <a:r>
              <a:rPr dirty="0" sz="3200" spc="-55">
                <a:solidFill>
                  <a:srgbClr val="F0F0EF"/>
                </a:solidFill>
                <a:latin typeface="Microsoft Sans Serif"/>
                <a:cs typeface="Microsoft Sans Serif"/>
              </a:rPr>
              <a:t> </a:t>
            </a:r>
            <a:r>
              <a:rPr dirty="0" sz="3200" spc="70">
                <a:solidFill>
                  <a:srgbClr val="F0F0EF"/>
                </a:solidFill>
                <a:latin typeface="Microsoft Sans Serif"/>
                <a:cs typeface="Microsoft Sans Serif"/>
              </a:rPr>
              <a:t>Prof.</a:t>
            </a:r>
            <a:r>
              <a:rPr dirty="0" sz="3200" spc="-55">
                <a:solidFill>
                  <a:srgbClr val="F0F0EF"/>
                </a:solidFill>
                <a:latin typeface="Microsoft Sans Serif"/>
                <a:cs typeface="Microsoft Sans Serif"/>
              </a:rPr>
              <a:t> </a:t>
            </a:r>
            <a:r>
              <a:rPr dirty="0" sz="3200" spc="125">
                <a:solidFill>
                  <a:srgbClr val="F0F0EF"/>
                </a:solidFill>
                <a:latin typeface="Microsoft Sans Serif"/>
                <a:cs typeface="Microsoft Sans Serif"/>
              </a:rPr>
              <a:t>Anuradha</a:t>
            </a:r>
            <a:r>
              <a:rPr dirty="0" sz="3200" spc="-55">
                <a:solidFill>
                  <a:srgbClr val="F0F0EF"/>
                </a:solidFill>
                <a:latin typeface="Microsoft Sans Serif"/>
                <a:cs typeface="Microsoft Sans Serif"/>
              </a:rPr>
              <a:t> </a:t>
            </a:r>
            <a:r>
              <a:rPr dirty="0" sz="3200" spc="40">
                <a:solidFill>
                  <a:srgbClr val="F0F0EF"/>
                </a:solidFill>
                <a:latin typeface="Microsoft Sans Serif"/>
                <a:cs typeface="Microsoft Sans Serif"/>
              </a:rPr>
              <a:t>Nagare</a:t>
            </a:r>
            <a:endParaRPr sz="3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850" cy="9751829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5755391" y="9270682"/>
            <a:ext cx="1713864" cy="483234"/>
          </a:xfrm>
          <a:custGeom>
            <a:avLst/>
            <a:gdLst/>
            <a:ahLst/>
            <a:cxnLst/>
            <a:rect l="l" t="t" r="r" b="b"/>
            <a:pathLst>
              <a:path w="1713865" h="483234">
                <a:moveTo>
                  <a:pt x="1323587" y="482917"/>
                </a:moveTo>
                <a:lnTo>
                  <a:pt x="2028" y="482917"/>
                </a:lnTo>
                <a:lnTo>
                  <a:pt x="386" y="458985"/>
                </a:lnTo>
                <a:lnTo>
                  <a:pt x="264" y="450567"/>
                </a:lnTo>
                <a:lnTo>
                  <a:pt x="163" y="443600"/>
                </a:lnTo>
                <a:lnTo>
                  <a:pt x="60" y="436483"/>
                </a:lnTo>
                <a:lnTo>
                  <a:pt x="0" y="432330"/>
                </a:lnTo>
                <a:lnTo>
                  <a:pt x="863" y="405764"/>
                </a:lnTo>
                <a:lnTo>
                  <a:pt x="8483" y="353139"/>
                </a:lnTo>
                <a:lnTo>
                  <a:pt x="21818" y="301942"/>
                </a:lnTo>
                <a:lnTo>
                  <a:pt x="41820" y="252412"/>
                </a:lnTo>
                <a:lnTo>
                  <a:pt x="67538" y="205739"/>
                </a:lnTo>
                <a:lnTo>
                  <a:pt x="98018" y="162639"/>
                </a:lnTo>
                <a:lnTo>
                  <a:pt x="134206" y="123831"/>
                </a:lnTo>
                <a:lnTo>
                  <a:pt x="173980" y="88939"/>
                </a:lnTo>
                <a:lnTo>
                  <a:pt x="218033" y="59054"/>
                </a:lnTo>
                <a:lnTo>
                  <a:pt x="265658" y="35599"/>
                </a:lnTo>
                <a:lnTo>
                  <a:pt x="316140" y="17144"/>
                </a:lnTo>
                <a:lnTo>
                  <a:pt x="367337" y="5714"/>
                </a:lnTo>
                <a:lnTo>
                  <a:pt x="419963" y="0"/>
                </a:lnTo>
                <a:lnTo>
                  <a:pt x="451351" y="535"/>
                </a:lnTo>
                <a:lnTo>
                  <a:pt x="486042" y="3571"/>
                </a:lnTo>
                <a:lnTo>
                  <a:pt x="514126" y="6965"/>
                </a:lnTo>
                <a:lnTo>
                  <a:pt x="525690" y="8572"/>
                </a:lnTo>
                <a:lnTo>
                  <a:pt x="793298" y="53994"/>
                </a:lnTo>
                <a:lnTo>
                  <a:pt x="1007774" y="86915"/>
                </a:lnTo>
                <a:lnTo>
                  <a:pt x="1098576" y="99134"/>
                </a:lnTo>
                <a:lnTo>
                  <a:pt x="1180281" y="108763"/>
                </a:lnTo>
                <a:lnTo>
                  <a:pt x="1254284" y="115981"/>
                </a:lnTo>
                <a:lnTo>
                  <a:pt x="1321980" y="120967"/>
                </a:lnTo>
                <a:lnTo>
                  <a:pt x="1375566" y="123195"/>
                </a:lnTo>
                <a:lnTo>
                  <a:pt x="1430343" y="123831"/>
                </a:lnTo>
                <a:lnTo>
                  <a:pt x="1713458" y="123831"/>
                </a:lnTo>
                <a:lnTo>
                  <a:pt x="1713458" y="126428"/>
                </a:lnTo>
                <a:lnTo>
                  <a:pt x="1651545" y="138588"/>
                </a:lnTo>
                <a:lnTo>
                  <a:pt x="1581060" y="163829"/>
                </a:lnTo>
                <a:lnTo>
                  <a:pt x="1515576" y="201215"/>
                </a:lnTo>
                <a:lnTo>
                  <a:pt x="1457235" y="248602"/>
                </a:lnTo>
                <a:lnTo>
                  <a:pt x="1406872" y="304204"/>
                </a:lnTo>
                <a:lnTo>
                  <a:pt x="1365795" y="367664"/>
                </a:lnTo>
                <a:lnTo>
                  <a:pt x="1336268" y="436483"/>
                </a:lnTo>
                <a:lnTo>
                  <a:pt x="1325612" y="472946"/>
                </a:lnTo>
                <a:lnTo>
                  <a:pt x="1323587" y="482917"/>
                </a:lnTo>
                <a:close/>
              </a:path>
              <a:path w="1713865" h="483234">
                <a:moveTo>
                  <a:pt x="1713458" y="123831"/>
                </a:moveTo>
                <a:lnTo>
                  <a:pt x="1430343" y="123831"/>
                </a:lnTo>
                <a:lnTo>
                  <a:pt x="1485457" y="123331"/>
                </a:lnTo>
                <a:lnTo>
                  <a:pt x="1644278" y="119556"/>
                </a:lnTo>
                <a:lnTo>
                  <a:pt x="1692196" y="119055"/>
                </a:lnTo>
                <a:lnTo>
                  <a:pt x="1713458" y="119363"/>
                </a:lnTo>
                <a:lnTo>
                  <a:pt x="1713458" y="123831"/>
                </a:lnTo>
                <a:close/>
              </a:path>
              <a:path w="1713865" h="483234">
                <a:moveTo>
                  <a:pt x="1713458" y="482917"/>
                </a:moveTo>
                <a:lnTo>
                  <a:pt x="1323587" y="482917"/>
                </a:lnTo>
                <a:lnTo>
                  <a:pt x="1325612" y="472946"/>
                </a:lnTo>
                <a:lnTo>
                  <a:pt x="1349781" y="401091"/>
                </a:lnTo>
                <a:lnTo>
                  <a:pt x="1385039" y="335265"/>
                </a:lnTo>
                <a:lnTo>
                  <a:pt x="1431027" y="275108"/>
                </a:lnTo>
                <a:lnTo>
                  <a:pt x="1485155" y="223837"/>
                </a:lnTo>
                <a:lnTo>
                  <a:pt x="1547782" y="181094"/>
                </a:lnTo>
                <a:lnTo>
                  <a:pt x="1615588" y="149959"/>
                </a:lnTo>
                <a:lnTo>
                  <a:pt x="1688216" y="130075"/>
                </a:lnTo>
                <a:lnTo>
                  <a:pt x="1713458" y="126428"/>
                </a:lnTo>
                <a:lnTo>
                  <a:pt x="1713458" y="482917"/>
                </a:lnTo>
                <a:close/>
              </a:path>
            </a:pathLst>
          </a:custGeom>
          <a:solidFill>
            <a:srgbClr val="1B1B18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850" cy="975182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328582" y="8707283"/>
            <a:ext cx="2140268" cy="10463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850" cy="9751829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5871998" y="9183468"/>
            <a:ext cx="1597025" cy="570230"/>
          </a:xfrm>
          <a:custGeom>
            <a:avLst/>
            <a:gdLst/>
            <a:ahLst/>
            <a:cxnLst/>
            <a:rect l="l" t="t" r="r" b="b"/>
            <a:pathLst>
              <a:path w="1597025" h="570229">
                <a:moveTo>
                  <a:pt x="1546708" y="570130"/>
                </a:moveTo>
                <a:lnTo>
                  <a:pt x="19651" y="570130"/>
                </a:lnTo>
                <a:lnTo>
                  <a:pt x="16772" y="561201"/>
                </a:lnTo>
                <a:lnTo>
                  <a:pt x="5223" y="509170"/>
                </a:lnTo>
                <a:lnTo>
                  <a:pt x="104" y="456664"/>
                </a:lnTo>
                <a:lnTo>
                  <a:pt x="0" y="430009"/>
                </a:lnTo>
                <a:lnTo>
                  <a:pt x="1413" y="403443"/>
                </a:lnTo>
                <a:lnTo>
                  <a:pt x="8676" y="350817"/>
                </a:lnTo>
                <a:lnTo>
                  <a:pt x="22368" y="299620"/>
                </a:lnTo>
                <a:lnTo>
                  <a:pt x="42371" y="250567"/>
                </a:lnTo>
                <a:lnTo>
                  <a:pt x="68088" y="204370"/>
                </a:lnTo>
                <a:lnTo>
                  <a:pt x="99283" y="161270"/>
                </a:lnTo>
                <a:lnTo>
                  <a:pt x="134763" y="122455"/>
                </a:lnTo>
                <a:lnTo>
                  <a:pt x="175364" y="87689"/>
                </a:lnTo>
                <a:lnTo>
                  <a:pt x="219536" y="58638"/>
                </a:lnTo>
                <a:lnTo>
                  <a:pt x="267161" y="34825"/>
                </a:lnTo>
                <a:lnTo>
                  <a:pt x="317643" y="16728"/>
                </a:lnTo>
                <a:lnTo>
                  <a:pt x="369316" y="5417"/>
                </a:lnTo>
                <a:lnTo>
                  <a:pt x="422418" y="535"/>
                </a:lnTo>
                <a:lnTo>
                  <a:pt x="448448" y="0"/>
                </a:lnTo>
                <a:lnTo>
                  <a:pt x="474925" y="1250"/>
                </a:lnTo>
                <a:lnTo>
                  <a:pt x="528146" y="9108"/>
                </a:lnTo>
                <a:lnTo>
                  <a:pt x="591011" y="28277"/>
                </a:lnTo>
                <a:lnTo>
                  <a:pt x="628158" y="42445"/>
                </a:lnTo>
                <a:lnTo>
                  <a:pt x="709538" y="76020"/>
                </a:lnTo>
                <a:lnTo>
                  <a:pt x="785589" y="106077"/>
                </a:lnTo>
                <a:lnTo>
                  <a:pt x="856591" y="132823"/>
                </a:lnTo>
                <a:lnTo>
                  <a:pt x="922824" y="156460"/>
                </a:lnTo>
                <a:lnTo>
                  <a:pt x="984570" y="177196"/>
                </a:lnTo>
                <a:lnTo>
                  <a:pt x="1042108" y="195233"/>
                </a:lnTo>
                <a:lnTo>
                  <a:pt x="1095718" y="210778"/>
                </a:lnTo>
                <a:lnTo>
                  <a:pt x="1145681" y="224034"/>
                </a:lnTo>
                <a:lnTo>
                  <a:pt x="1192276" y="235207"/>
                </a:lnTo>
                <a:lnTo>
                  <a:pt x="1235785" y="244502"/>
                </a:lnTo>
                <a:lnTo>
                  <a:pt x="1276488" y="252123"/>
                </a:lnTo>
                <a:lnTo>
                  <a:pt x="1314664" y="258275"/>
                </a:lnTo>
                <a:lnTo>
                  <a:pt x="1384558" y="266991"/>
                </a:lnTo>
                <a:lnTo>
                  <a:pt x="1447711" y="272289"/>
                </a:lnTo>
                <a:lnTo>
                  <a:pt x="1506363" y="275808"/>
                </a:lnTo>
                <a:lnTo>
                  <a:pt x="1564245" y="277940"/>
                </a:lnTo>
                <a:lnTo>
                  <a:pt x="1596851" y="277940"/>
                </a:lnTo>
                <a:lnTo>
                  <a:pt x="1596851" y="472343"/>
                </a:lnTo>
                <a:lnTo>
                  <a:pt x="1589960" y="482084"/>
                </a:lnTo>
                <a:lnTo>
                  <a:pt x="1571133" y="513933"/>
                </a:lnTo>
                <a:lnTo>
                  <a:pt x="1555253" y="547613"/>
                </a:lnTo>
                <a:lnTo>
                  <a:pt x="1546708" y="570130"/>
                </a:lnTo>
                <a:close/>
              </a:path>
              <a:path w="1597025" h="570229">
                <a:moveTo>
                  <a:pt x="1596851" y="570130"/>
                </a:moveTo>
                <a:lnTo>
                  <a:pt x="1546708" y="570130"/>
                </a:lnTo>
                <a:lnTo>
                  <a:pt x="1555253" y="547613"/>
                </a:lnTo>
                <a:lnTo>
                  <a:pt x="1571133" y="513933"/>
                </a:lnTo>
                <a:lnTo>
                  <a:pt x="1589960" y="482084"/>
                </a:lnTo>
                <a:lnTo>
                  <a:pt x="1596851" y="472343"/>
                </a:lnTo>
                <a:lnTo>
                  <a:pt x="1596851" y="570130"/>
                </a:lnTo>
                <a:close/>
              </a:path>
            </a:pathLst>
          </a:custGeom>
          <a:solidFill>
            <a:srgbClr val="20202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850" cy="9751829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5726734" y="9097327"/>
            <a:ext cx="1742439" cy="656590"/>
            <a:chOff x="15726734" y="9097327"/>
            <a:chExt cx="1742439" cy="656590"/>
          </a:xfrm>
        </p:grpSpPr>
        <p:sp>
          <p:nvSpPr>
            <p:cNvPr id="4" name="object 4" descr=""/>
            <p:cNvSpPr/>
            <p:nvPr/>
          </p:nvSpPr>
          <p:spPr>
            <a:xfrm>
              <a:off x="15726734" y="9227594"/>
              <a:ext cx="1742439" cy="526415"/>
            </a:xfrm>
            <a:custGeom>
              <a:avLst/>
              <a:gdLst/>
              <a:ahLst/>
              <a:cxnLst/>
              <a:rect l="l" t="t" r="r" b="b"/>
              <a:pathLst>
                <a:path w="1742440" h="526415">
                  <a:moveTo>
                    <a:pt x="1517952" y="526005"/>
                  </a:moveTo>
                  <a:lnTo>
                    <a:pt x="6100" y="526005"/>
                  </a:lnTo>
                  <a:lnTo>
                    <a:pt x="2851" y="506003"/>
                  </a:lnTo>
                  <a:lnTo>
                    <a:pt x="707" y="479973"/>
                  </a:lnTo>
                  <a:lnTo>
                    <a:pt x="0" y="453258"/>
                  </a:lnTo>
                  <a:lnTo>
                    <a:pt x="707" y="426841"/>
                  </a:lnTo>
                  <a:lnTo>
                    <a:pt x="7137" y="374424"/>
                  </a:lnTo>
                  <a:lnTo>
                    <a:pt x="19996" y="322721"/>
                  </a:lnTo>
                  <a:lnTo>
                    <a:pt x="38718" y="273176"/>
                  </a:lnTo>
                  <a:lnTo>
                    <a:pt x="63662" y="226147"/>
                  </a:lnTo>
                  <a:lnTo>
                    <a:pt x="93785" y="182867"/>
                  </a:lnTo>
                  <a:lnTo>
                    <a:pt x="128729" y="142981"/>
                  </a:lnTo>
                  <a:lnTo>
                    <a:pt x="168154" y="107843"/>
                  </a:lnTo>
                  <a:lnTo>
                    <a:pt x="212058" y="77452"/>
                  </a:lnTo>
                  <a:lnTo>
                    <a:pt x="258775" y="52613"/>
                  </a:lnTo>
                  <a:lnTo>
                    <a:pt x="308663" y="34039"/>
                  </a:lnTo>
                  <a:lnTo>
                    <a:pt x="365158" y="21344"/>
                  </a:lnTo>
                  <a:lnTo>
                    <a:pt x="427547" y="15242"/>
                  </a:lnTo>
                  <a:lnTo>
                    <a:pt x="1741015" y="0"/>
                  </a:lnTo>
                  <a:lnTo>
                    <a:pt x="1742116" y="0"/>
                  </a:lnTo>
                  <a:lnTo>
                    <a:pt x="1742116" y="52149"/>
                  </a:lnTo>
                  <a:lnTo>
                    <a:pt x="1716517" y="68091"/>
                  </a:lnTo>
                  <a:lnTo>
                    <a:pt x="1685814" y="90713"/>
                  </a:lnTo>
                  <a:lnTo>
                    <a:pt x="1631551" y="142535"/>
                  </a:lnTo>
                  <a:lnTo>
                    <a:pt x="1585682" y="203078"/>
                  </a:lnTo>
                  <a:lnTo>
                    <a:pt x="1550425" y="269336"/>
                  </a:lnTo>
                  <a:lnTo>
                    <a:pt x="1526136" y="341310"/>
                  </a:lnTo>
                  <a:lnTo>
                    <a:pt x="1513992" y="415411"/>
                  </a:lnTo>
                  <a:lnTo>
                    <a:pt x="1512563" y="453258"/>
                  </a:lnTo>
                  <a:lnTo>
                    <a:pt x="1513992" y="491284"/>
                  </a:lnTo>
                  <a:lnTo>
                    <a:pt x="1517952" y="526005"/>
                  </a:lnTo>
                  <a:close/>
                </a:path>
                <a:path w="1742440" h="526415">
                  <a:moveTo>
                    <a:pt x="1742116" y="526005"/>
                  </a:moveTo>
                  <a:lnTo>
                    <a:pt x="1517952" y="526005"/>
                  </a:lnTo>
                  <a:lnTo>
                    <a:pt x="1513992" y="491284"/>
                  </a:lnTo>
                  <a:lnTo>
                    <a:pt x="1512563" y="453258"/>
                  </a:lnTo>
                  <a:lnTo>
                    <a:pt x="1513992" y="415411"/>
                  </a:lnTo>
                  <a:lnTo>
                    <a:pt x="1526136" y="341310"/>
                  </a:lnTo>
                  <a:lnTo>
                    <a:pt x="1550425" y="269336"/>
                  </a:lnTo>
                  <a:lnTo>
                    <a:pt x="1585682" y="203078"/>
                  </a:lnTo>
                  <a:lnTo>
                    <a:pt x="1631551" y="142535"/>
                  </a:lnTo>
                  <a:lnTo>
                    <a:pt x="1685814" y="90713"/>
                  </a:lnTo>
                  <a:lnTo>
                    <a:pt x="1716517" y="68091"/>
                  </a:lnTo>
                  <a:lnTo>
                    <a:pt x="1742116" y="52149"/>
                  </a:lnTo>
                  <a:lnTo>
                    <a:pt x="1742116" y="526005"/>
                  </a:lnTo>
                  <a:close/>
                </a:path>
              </a:pathLst>
            </a:custGeom>
            <a:solidFill>
              <a:srgbClr val="2020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5756345" y="9097327"/>
              <a:ext cx="1712595" cy="656590"/>
            </a:xfrm>
            <a:custGeom>
              <a:avLst/>
              <a:gdLst/>
              <a:ahLst/>
              <a:cxnLst/>
              <a:rect l="l" t="t" r="r" b="b"/>
              <a:pathLst>
                <a:path w="1712594" h="656590">
                  <a:moveTo>
                    <a:pt x="1712506" y="656272"/>
                  </a:moveTo>
                  <a:lnTo>
                    <a:pt x="57967" y="656272"/>
                  </a:lnTo>
                  <a:lnTo>
                    <a:pt x="55319" y="651718"/>
                  </a:lnTo>
                  <a:lnTo>
                    <a:pt x="32191" y="603914"/>
                  </a:lnTo>
                  <a:lnTo>
                    <a:pt x="15478" y="554206"/>
                  </a:lnTo>
                  <a:lnTo>
                    <a:pt x="4760" y="501700"/>
                  </a:lnTo>
                  <a:lnTo>
                    <a:pt x="0" y="449684"/>
                  </a:lnTo>
                  <a:lnTo>
                    <a:pt x="148" y="423029"/>
                  </a:lnTo>
                  <a:lnTo>
                    <a:pt x="5625" y="370522"/>
                  </a:lnTo>
                  <a:lnTo>
                    <a:pt x="16698" y="318492"/>
                  </a:lnTo>
                  <a:lnTo>
                    <a:pt x="34200" y="268604"/>
                  </a:lnTo>
                  <a:lnTo>
                    <a:pt x="57536" y="220979"/>
                  </a:lnTo>
                  <a:lnTo>
                    <a:pt x="86588" y="176212"/>
                  </a:lnTo>
                  <a:lnTo>
                    <a:pt x="120759" y="135969"/>
                  </a:lnTo>
                  <a:lnTo>
                    <a:pt x="159930" y="100012"/>
                  </a:lnTo>
                  <a:lnTo>
                    <a:pt x="202436" y="68579"/>
                  </a:lnTo>
                  <a:lnTo>
                    <a:pt x="248513" y="42862"/>
                  </a:lnTo>
                  <a:lnTo>
                    <a:pt x="297805" y="22859"/>
                  </a:lnTo>
                  <a:lnTo>
                    <a:pt x="348525" y="8572"/>
                  </a:lnTo>
                  <a:lnTo>
                    <a:pt x="414248" y="1785"/>
                  </a:lnTo>
                  <a:lnTo>
                    <a:pt x="454253" y="0"/>
                  </a:lnTo>
                  <a:lnTo>
                    <a:pt x="1303645" y="47616"/>
                  </a:lnTo>
                  <a:lnTo>
                    <a:pt x="1712506" y="76699"/>
                  </a:lnTo>
                  <a:lnTo>
                    <a:pt x="1712506" y="656272"/>
                  </a:lnTo>
                  <a:close/>
                </a:path>
              </a:pathLst>
            </a:custGeom>
            <a:solidFill>
              <a:srgbClr val="1C1C1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850" cy="9751829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5750539" y="9296875"/>
            <a:ext cx="1718310" cy="457200"/>
          </a:xfrm>
          <a:custGeom>
            <a:avLst/>
            <a:gdLst/>
            <a:ahLst/>
            <a:cxnLst/>
            <a:rect l="l" t="t" r="r" b="b"/>
            <a:pathLst>
              <a:path w="1718309" h="457200">
                <a:moveTo>
                  <a:pt x="1718310" y="456723"/>
                </a:moveTo>
                <a:lnTo>
                  <a:pt x="2482" y="456723"/>
                </a:lnTo>
                <a:lnTo>
                  <a:pt x="1904" y="452119"/>
                </a:lnTo>
                <a:lnTo>
                  <a:pt x="148" y="426719"/>
                </a:lnTo>
                <a:lnTo>
                  <a:pt x="0" y="402589"/>
                </a:lnTo>
                <a:lnTo>
                  <a:pt x="1577" y="377189"/>
                </a:lnTo>
                <a:lnTo>
                  <a:pt x="9376" y="327659"/>
                </a:lnTo>
                <a:lnTo>
                  <a:pt x="22532" y="279399"/>
                </a:lnTo>
                <a:lnTo>
                  <a:pt x="41761" y="233679"/>
                </a:lnTo>
                <a:lnTo>
                  <a:pt x="66183" y="189229"/>
                </a:lnTo>
                <a:lnTo>
                  <a:pt x="95800" y="148589"/>
                </a:lnTo>
                <a:lnTo>
                  <a:pt x="130060" y="111759"/>
                </a:lnTo>
                <a:lnTo>
                  <a:pt x="168250" y="80009"/>
                </a:lnTo>
                <a:lnTo>
                  <a:pt x="209966" y="53339"/>
                </a:lnTo>
                <a:lnTo>
                  <a:pt x="255567" y="30479"/>
                </a:lnTo>
                <a:lnTo>
                  <a:pt x="302969" y="13969"/>
                </a:lnTo>
                <a:lnTo>
                  <a:pt x="376237" y="0"/>
                </a:lnTo>
                <a:lnTo>
                  <a:pt x="438745" y="0"/>
                </a:lnTo>
                <a:lnTo>
                  <a:pt x="465311" y="2539"/>
                </a:lnTo>
                <a:lnTo>
                  <a:pt x="476249" y="2539"/>
                </a:lnTo>
                <a:lnTo>
                  <a:pt x="1682548" y="194309"/>
                </a:lnTo>
                <a:lnTo>
                  <a:pt x="1718310" y="199362"/>
                </a:lnTo>
                <a:lnTo>
                  <a:pt x="1718310" y="456723"/>
                </a:lnTo>
                <a:close/>
              </a:path>
            </a:pathLst>
          </a:custGeom>
          <a:solidFill>
            <a:srgbClr val="1C1C1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850" cy="9751829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5659112" y="8811577"/>
            <a:ext cx="1809750" cy="942340"/>
            <a:chOff x="15659112" y="8811577"/>
            <a:chExt cx="1809750" cy="942340"/>
          </a:xfrm>
        </p:grpSpPr>
        <p:sp>
          <p:nvSpPr>
            <p:cNvPr id="4" name="object 4" descr=""/>
            <p:cNvSpPr/>
            <p:nvPr/>
          </p:nvSpPr>
          <p:spPr>
            <a:xfrm>
              <a:off x="15738156" y="9195926"/>
              <a:ext cx="1725295" cy="558165"/>
            </a:xfrm>
            <a:custGeom>
              <a:avLst/>
              <a:gdLst/>
              <a:ahLst/>
              <a:cxnLst/>
              <a:rect l="l" t="t" r="r" b="b"/>
              <a:pathLst>
                <a:path w="1725294" h="558165">
                  <a:moveTo>
                    <a:pt x="872140" y="557673"/>
                  </a:moveTo>
                  <a:lnTo>
                    <a:pt x="20645" y="557673"/>
                  </a:lnTo>
                  <a:lnTo>
                    <a:pt x="14445" y="536465"/>
                  </a:lnTo>
                  <a:lnTo>
                    <a:pt x="4286" y="485685"/>
                  </a:lnTo>
                  <a:lnTo>
                    <a:pt x="45" y="434801"/>
                  </a:lnTo>
                  <a:lnTo>
                    <a:pt x="0" y="408131"/>
                  </a:lnTo>
                  <a:lnTo>
                    <a:pt x="2060" y="383291"/>
                  </a:lnTo>
                  <a:lnTo>
                    <a:pt x="2143" y="382294"/>
                  </a:lnTo>
                  <a:lnTo>
                    <a:pt x="5714" y="356458"/>
                  </a:lnTo>
                  <a:lnTo>
                    <a:pt x="10659" y="331264"/>
                  </a:lnTo>
                  <a:lnTo>
                    <a:pt x="10715" y="330978"/>
                  </a:lnTo>
                  <a:lnTo>
                    <a:pt x="25151" y="281969"/>
                  </a:lnTo>
                  <a:lnTo>
                    <a:pt x="45809" y="234553"/>
                  </a:lnTo>
                  <a:lnTo>
                    <a:pt x="71729" y="190098"/>
                  </a:lnTo>
                  <a:lnTo>
                    <a:pt x="103108" y="148292"/>
                  </a:lnTo>
                  <a:lnTo>
                    <a:pt x="138558" y="111427"/>
                  </a:lnTo>
                  <a:lnTo>
                    <a:pt x="179218" y="78685"/>
                  </a:lnTo>
                  <a:lnTo>
                    <a:pt x="223063" y="51271"/>
                  </a:lnTo>
                  <a:lnTo>
                    <a:pt x="270093" y="29185"/>
                  </a:lnTo>
                  <a:lnTo>
                    <a:pt x="318938" y="13320"/>
                  </a:lnTo>
                  <a:lnTo>
                    <a:pt x="369599" y="3318"/>
                  </a:lnTo>
                  <a:lnTo>
                    <a:pt x="425827" y="0"/>
                  </a:lnTo>
                  <a:lnTo>
                    <a:pt x="459581" y="1771"/>
                  </a:lnTo>
                  <a:lnTo>
                    <a:pt x="486906" y="4077"/>
                  </a:lnTo>
                  <a:lnTo>
                    <a:pt x="498157" y="5223"/>
                  </a:lnTo>
                  <a:lnTo>
                    <a:pt x="1293727" y="145479"/>
                  </a:lnTo>
                  <a:lnTo>
                    <a:pt x="1288464" y="145479"/>
                  </a:lnTo>
                  <a:lnTo>
                    <a:pt x="1253728" y="147622"/>
                  </a:lnTo>
                  <a:lnTo>
                    <a:pt x="1185862" y="160481"/>
                  </a:lnTo>
                  <a:lnTo>
                    <a:pt x="1120854" y="184531"/>
                  </a:lnTo>
                  <a:lnTo>
                    <a:pt x="1060132" y="218583"/>
                  </a:lnTo>
                  <a:lnTo>
                    <a:pt x="1005720" y="261446"/>
                  </a:lnTo>
                  <a:lnTo>
                    <a:pt x="959167" y="312881"/>
                  </a:lnTo>
                  <a:lnTo>
                    <a:pt x="922139" y="371341"/>
                  </a:lnTo>
                  <a:lnTo>
                    <a:pt x="894397" y="434801"/>
                  </a:lnTo>
                  <a:lnTo>
                    <a:pt x="877609" y="501833"/>
                  </a:lnTo>
                  <a:lnTo>
                    <a:pt x="873100" y="536465"/>
                  </a:lnTo>
                  <a:lnTo>
                    <a:pt x="872140" y="557673"/>
                  </a:lnTo>
                  <a:close/>
                </a:path>
                <a:path w="1725294" h="558165">
                  <a:moveTo>
                    <a:pt x="1724997" y="557673"/>
                  </a:moveTo>
                  <a:lnTo>
                    <a:pt x="872140" y="557673"/>
                  </a:lnTo>
                  <a:lnTo>
                    <a:pt x="873100" y="536465"/>
                  </a:lnTo>
                  <a:lnTo>
                    <a:pt x="884798" y="467737"/>
                  </a:lnTo>
                  <a:lnTo>
                    <a:pt x="907062" y="402758"/>
                  </a:lnTo>
                  <a:lnTo>
                    <a:pt x="939537" y="341173"/>
                  </a:lnTo>
                  <a:lnTo>
                    <a:pt x="981238" y="286360"/>
                  </a:lnTo>
                  <a:lnTo>
                    <a:pt x="1032167" y="238675"/>
                  </a:lnTo>
                  <a:lnTo>
                    <a:pt x="1089807" y="200337"/>
                  </a:lnTo>
                  <a:lnTo>
                    <a:pt x="1153090" y="171167"/>
                  </a:lnTo>
                  <a:lnTo>
                    <a:pt x="1219348" y="152623"/>
                  </a:lnTo>
                  <a:lnTo>
                    <a:pt x="1288464" y="145479"/>
                  </a:lnTo>
                  <a:lnTo>
                    <a:pt x="1293710" y="145479"/>
                  </a:lnTo>
                  <a:lnTo>
                    <a:pt x="1334095" y="152980"/>
                  </a:lnTo>
                  <a:lnTo>
                    <a:pt x="1398681" y="165838"/>
                  </a:lnTo>
                  <a:lnTo>
                    <a:pt x="1441962" y="175518"/>
                  </a:lnTo>
                  <a:lnTo>
                    <a:pt x="1479024" y="186318"/>
                  </a:lnTo>
                  <a:lnTo>
                    <a:pt x="1523756" y="209739"/>
                  </a:lnTo>
                  <a:lnTo>
                    <a:pt x="1561680" y="236003"/>
                  </a:lnTo>
                  <a:lnTo>
                    <a:pt x="1591330" y="261446"/>
                  </a:lnTo>
                  <a:lnTo>
                    <a:pt x="1608331" y="278172"/>
                  </a:lnTo>
                  <a:lnTo>
                    <a:pt x="1611786" y="281969"/>
                  </a:lnTo>
                  <a:lnTo>
                    <a:pt x="1631891" y="305627"/>
                  </a:lnTo>
                  <a:lnTo>
                    <a:pt x="1632461" y="306213"/>
                  </a:lnTo>
                  <a:lnTo>
                    <a:pt x="1633082" y="307028"/>
                  </a:lnTo>
                  <a:lnTo>
                    <a:pt x="1653088" y="334524"/>
                  </a:lnTo>
                  <a:lnTo>
                    <a:pt x="1653501" y="335213"/>
                  </a:lnTo>
                  <a:lnTo>
                    <a:pt x="1668124" y="358666"/>
                  </a:lnTo>
                  <a:lnTo>
                    <a:pt x="1695570" y="415396"/>
                  </a:lnTo>
                  <a:lnTo>
                    <a:pt x="1702282" y="434801"/>
                  </a:lnTo>
                  <a:lnTo>
                    <a:pt x="1706073" y="445735"/>
                  </a:lnTo>
                  <a:lnTo>
                    <a:pt x="1706880" y="448344"/>
                  </a:lnTo>
                  <a:lnTo>
                    <a:pt x="1707286" y="449542"/>
                  </a:lnTo>
                  <a:lnTo>
                    <a:pt x="1715130" y="480215"/>
                  </a:lnTo>
                  <a:lnTo>
                    <a:pt x="1715605" y="482305"/>
                  </a:lnTo>
                  <a:lnTo>
                    <a:pt x="1719964" y="506023"/>
                  </a:lnTo>
                  <a:lnTo>
                    <a:pt x="1722348" y="522261"/>
                  </a:lnTo>
                  <a:lnTo>
                    <a:pt x="1723622" y="536083"/>
                  </a:lnTo>
                  <a:lnTo>
                    <a:pt x="1724997" y="557673"/>
                  </a:lnTo>
                  <a:close/>
                </a:path>
                <a:path w="1725294" h="558165">
                  <a:moveTo>
                    <a:pt x="1304110" y="147313"/>
                  </a:moveTo>
                  <a:lnTo>
                    <a:pt x="1293729" y="145479"/>
                  </a:lnTo>
                  <a:lnTo>
                    <a:pt x="1294409" y="145479"/>
                  </a:lnTo>
                  <a:lnTo>
                    <a:pt x="1304110" y="147313"/>
                  </a:lnTo>
                  <a:close/>
                </a:path>
                <a:path w="1725294" h="558165">
                  <a:moveTo>
                    <a:pt x="1502175" y="197284"/>
                  </a:moveTo>
                  <a:lnTo>
                    <a:pt x="1457339" y="179486"/>
                  </a:lnTo>
                  <a:lnTo>
                    <a:pt x="1398681" y="165838"/>
                  </a:lnTo>
                  <a:lnTo>
                    <a:pt x="1294467" y="145479"/>
                  </a:lnTo>
                  <a:lnTo>
                    <a:pt x="1288464" y="145479"/>
                  </a:lnTo>
                  <a:lnTo>
                    <a:pt x="1323022" y="146193"/>
                  </a:lnTo>
                  <a:lnTo>
                    <a:pt x="1357416" y="149735"/>
                  </a:lnTo>
                  <a:lnTo>
                    <a:pt x="1391721" y="155956"/>
                  </a:lnTo>
                  <a:lnTo>
                    <a:pt x="1425490" y="164678"/>
                  </a:lnTo>
                  <a:lnTo>
                    <a:pt x="1458277" y="175721"/>
                  </a:lnTo>
                  <a:lnTo>
                    <a:pt x="1489444" y="190098"/>
                  </a:lnTo>
                  <a:lnTo>
                    <a:pt x="1502175" y="197284"/>
                  </a:lnTo>
                  <a:close/>
                </a:path>
                <a:path w="1725294" h="558165">
                  <a:moveTo>
                    <a:pt x="1523756" y="209739"/>
                  </a:moveTo>
                  <a:lnTo>
                    <a:pt x="1503528" y="198065"/>
                  </a:lnTo>
                  <a:lnTo>
                    <a:pt x="1519832" y="207153"/>
                  </a:lnTo>
                  <a:lnTo>
                    <a:pt x="1523756" y="209739"/>
                  </a:lnTo>
                  <a:close/>
                </a:path>
                <a:path w="1725294" h="558165">
                  <a:moveTo>
                    <a:pt x="1541309" y="221310"/>
                  </a:moveTo>
                  <a:lnTo>
                    <a:pt x="1523756" y="209739"/>
                  </a:lnTo>
                  <a:lnTo>
                    <a:pt x="1529357" y="212973"/>
                  </a:lnTo>
                  <a:lnTo>
                    <a:pt x="1541309" y="221310"/>
                  </a:lnTo>
                  <a:close/>
                </a:path>
                <a:path w="1725294" h="558165">
                  <a:moveTo>
                    <a:pt x="1553784" y="230013"/>
                  </a:moveTo>
                  <a:lnTo>
                    <a:pt x="1541309" y="221310"/>
                  </a:lnTo>
                  <a:lnTo>
                    <a:pt x="1548958" y="226352"/>
                  </a:lnTo>
                  <a:lnTo>
                    <a:pt x="1553784" y="230013"/>
                  </a:lnTo>
                  <a:close/>
                </a:path>
                <a:path w="1725294" h="558165">
                  <a:moveTo>
                    <a:pt x="1561680" y="236003"/>
                  </a:moveTo>
                  <a:lnTo>
                    <a:pt x="1553784" y="230013"/>
                  </a:lnTo>
                  <a:lnTo>
                    <a:pt x="1558051" y="232990"/>
                  </a:lnTo>
                  <a:lnTo>
                    <a:pt x="1561680" y="236003"/>
                  </a:lnTo>
                  <a:close/>
                </a:path>
                <a:path w="1725294" h="558165">
                  <a:moveTo>
                    <a:pt x="1584991" y="255251"/>
                  </a:moveTo>
                  <a:lnTo>
                    <a:pt x="1575118" y="247158"/>
                  </a:lnTo>
                  <a:lnTo>
                    <a:pt x="1561680" y="236003"/>
                  </a:lnTo>
                  <a:lnTo>
                    <a:pt x="1576387" y="247158"/>
                  </a:lnTo>
                  <a:lnTo>
                    <a:pt x="1584991" y="255251"/>
                  </a:lnTo>
                  <a:close/>
                </a:path>
                <a:path w="1725294" h="558165">
                  <a:moveTo>
                    <a:pt x="1608331" y="278172"/>
                  </a:moveTo>
                  <a:lnTo>
                    <a:pt x="1587778" y="257951"/>
                  </a:lnTo>
                  <a:lnTo>
                    <a:pt x="1587919" y="257951"/>
                  </a:lnTo>
                  <a:lnTo>
                    <a:pt x="1601479" y="270643"/>
                  </a:lnTo>
                  <a:lnTo>
                    <a:pt x="1608331" y="278172"/>
                  </a:lnTo>
                  <a:close/>
                </a:path>
                <a:path w="1725294" h="558165">
                  <a:moveTo>
                    <a:pt x="1611786" y="281969"/>
                  </a:moveTo>
                  <a:lnTo>
                    <a:pt x="1608331" y="278172"/>
                  </a:lnTo>
                  <a:lnTo>
                    <a:pt x="1609724" y="279543"/>
                  </a:lnTo>
                  <a:lnTo>
                    <a:pt x="1611786" y="281969"/>
                  </a:lnTo>
                  <a:close/>
                </a:path>
                <a:path w="1725294" h="558165">
                  <a:moveTo>
                    <a:pt x="1631892" y="305627"/>
                  </a:moveTo>
                  <a:lnTo>
                    <a:pt x="1611786" y="281969"/>
                  </a:lnTo>
                  <a:lnTo>
                    <a:pt x="1624964" y="296450"/>
                  </a:lnTo>
                  <a:lnTo>
                    <a:pt x="1628954" y="301608"/>
                  </a:lnTo>
                  <a:lnTo>
                    <a:pt x="1631892" y="305627"/>
                  </a:lnTo>
                  <a:close/>
                </a:path>
                <a:path w="1725294" h="558165">
                  <a:moveTo>
                    <a:pt x="1652569" y="333810"/>
                  </a:moveTo>
                  <a:lnTo>
                    <a:pt x="1637340" y="312881"/>
                  </a:lnTo>
                  <a:lnTo>
                    <a:pt x="1634819" y="309315"/>
                  </a:lnTo>
                  <a:lnTo>
                    <a:pt x="1646306" y="324043"/>
                  </a:lnTo>
                  <a:lnTo>
                    <a:pt x="1650979" y="331264"/>
                  </a:lnTo>
                  <a:lnTo>
                    <a:pt x="1652569" y="333810"/>
                  </a:lnTo>
                  <a:close/>
                </a:path>
                <a:path w="1725294" h="558165">
                  <a:moveTo>
                    <a:pt x="1668124" y="358666"/>
                  </a:moveTo>
                  <a:lnTo>
                    <a:pt x="1653518" y="335213"/>
                  </a:lnTo>
                  <a:lnTo>
                    <a:pt x="1664969" y="352886"/>
                  </a:lnTo>
                  <a:lnTo>
                    <a:pt x="1668124" y="358666"/>
                  </a:lnTo>
                  <a:close/>
                </a:path>
                <a:path w="1725294" h="558165">
                  <a:moveTo>
                    <a:pt x="1678214" y="377153"/>
                  </a:moveTo>
                  <a:lnTo>
                    <a:pt x="1668124" y="358666"/>
                  </a:lnTo>
                  <a:lnTo>
                    <a:pt x="1671071" y="363393"/>
                  </a:lnTo>
                  <a:lnTo>
                    <a:pt x="1678214" y="377153"/>
                  </a:lnTo>
                  <a:close/>
                </a:path>
                <a:path w="1725294" h="558165">
                  <a:moveTo>
                    <a:pt x="1682427" y="385271"/>
                  </a:moveTo>
                  <a:lnTo>
                    <a:pt x="1678214" y="377153"/>
                  </a:lnTo>
                  <a:lnTo>
                    <a:pt x="1681564" y="383291"/>
                  </a:lnTo>
                  <a:lnTo>
                    <a:pt x="1682427" y="385271"/>
                  </a:lnTo>
                  <a:close/>
                </a:path>
                <a:path w="1725294" h="558165">
                  <a:moveTo>
                    <a:pt x="1697639" y="420141"/>
                  </a:moveTo>
                  <a:lnTo>
                    <a:pt x="1682427" y="385271"/>
                  </a:lnTo>
                  <a:lnTo>
                    <a:pt x="1686877" y="393843"/>
                  </a:lnTo>
                  <a:lnTo>
                    <a:pt x="1697639" y="420141"/>
                  </a:lnTo>
                  <a:close/>
                </a:path>
                <a:path w="1725294" h="558165">
                  <a:moveTo>
                    <a:pt x="1706084" y="445735"/>
                  </a:moveTo>
                  <a:lnTo>
                    <a:pt x="1702282" y="434801"/>
                  </a:lnTo>
                  <a:lnTo>
                    <a:pt x="1697305" y="420141"/>
                  </a:lnTo>
                  <a:lnTo>
                    <a:pt x="1697639" y="420141"/>
                  </a:lnTo>
                  <a:lnTo>
                    <a:pt x="1699899" y="425663"/>
                  </a:lnTo>
                  <a:lnTo>
                    <a:pt x="1702752" y="434801"/>
                  </a:lnTo>
                  <a:lnTo>
                    <a:pt x="1706084" y="445735"/>
                  </a:lnTo>
                  <a:close/>
                </a:path>
                <a:path w="1725294" h="558165">
                  <a:moveTo>
                    <a:pt x="1715130" y="480215"/>
                  </a:moveTo>
                  <a:lnTo>
                    <a:pt x="1707499" y="450376"/>
                  </a:lnTo>
                  <a:lnTo>
                    <a:pt x="1708109" y="451975"/>
                  </a:lnTo>
                  <a:lnTo>
                    <a:pt x="1710332" y="459090"/>
                  </a:lnTo>
                  <a:lnTo>
                    <a:pt x="1715130" y="480215"/>
                  </a:lnTo>
                  <a:close/>
                </a:path>
                <a:path w="1725294" h="558165">
                  <a:moveTo>
                    <a:pt x="1719964" y="506023"/>
                  </a:moveTo>
                  <a:lnTo>
                    <a:pt x="1715605" y="482305"/>
                  </a:lnTo>
                  <a:lnTo>
                    <a:pt x="1718086" y="493231"/>
                  </a:lnTo>
                  <a:lnTo>
                    <a:pt x="1719964" y="506023"/>
                  </a:lnTo>
                  <a:close/>
                </a:path>
                <a:path w="1725294" h="558165">
                  <a:moveTo>
                    <a:pt x="1722348" y="522261"/>
                  </a:moveTo>
                  <a:lnTo>
                    <a:pt x="1719964" y="506023"/>
                  </a:lnTo>
                  <a:lnTo>
                    <a:pt x="1721733" y="515644"/>
                  </a:lnTo>
                  <a:lnTo>
                    <a:pt x="1722348" y="522261"/>
                  </a:lnTo>
                  <a:close/>
                </a:path>
                <a:path w="1725294" h="558165">
                  <a:moveTo>
                    <a:pt x="1723633" y="536083"/>
                  </a:moveTo>
                  <a:lnTo>
                    <a:pt x="1722348" y="522261"/>
                  </a:lnTo>
                  <a:lnTo>
                    <a:pt x="1723072" y="527193"/>
                  </a:lnTo>
                  <a:lnTo>
                    <a:pt x="1723633" y="536083"/>
                  </a:lnTo>
                  <a:close/>
                </a:path>
              </a:pathLst>
            </a:custGeom>
            <a:solidFill>
              <a:srgbClr val="1C1C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5659100" y="8811590"/>
              <a:ext cx="1809750" cy="942340"/>
            </a:xfrm>
            <a:custGeom>
              <a:avLst/>
              <a:gdLst/>
              <a:ahLst/>
              <a:cxnLst/>
              <a:rect l="l" t="t" r="r" b="b"/>
              <a:pathLst>
                <a:path w="1809750" h="942340">
                  <a:moveTo>
                    <a:pt x="1809750" y="280631"/>
                  </a:moveTo>
                  <a:lnTo>
                    <a:pt x="733412" y="14287"/>
                  </a:lnTo>
                  <a:lnTo>
                    <a:pt x="694728" y="7137"/>
                  </a:lnTo>
                  <a:lnTo>
                    <a:pt x="629589" y="0"/>
                  </a:lnTo>
                  <a:lnTo>
                    <a:pt x="603592" y="152"/>
                  </a:lnTo>
                  <a:lnTo>
                    <a:pt x="551243" y="5486"/>
                  </a:lnTo>
                  <a:lnTo>
                    <a:pt x="500265" y="17068"/>
                  </a:lnTo>
                  <a:lnTo>
                    <a:pt x="451027" y="35255"/>
                  </a:lnTo>
                  <a:lnTo>
                    <a:pt x="404469" y="58953"/>
                  </a:lnTo>
                  <a:lnTo>
                    <a:pt x="360565" y="88188"/>
                  </a:lnTo>
                  <a:lnTo>
                    <a:pt x="320586" y="122047"/>
                  </a:lnTo>
                  <a:lnTo>
                    <a:pt x="285254" y="160896"/>
                  </a:lnTo>
                  <a:lnTo>
                    <a:pt x="255104" y="203301"/>
                  </a:lnTo>
                  <a:lnTo>
                    <a:pt x="229768" y="249301"/>
                  </a:lnTo>
                  <a:lnTo>
                    <a:pt x="210350" y="298132"/>
                  </a:lnTo>
                  <a:lnTo>
                    <a:pt x="196837" y="349440"/>
                  </a:lnTo>
                  <a:lnTo>
                    <a:pt x="189699" y="401154"/>
                  </a:lnTo>
                  <a:lnTo>
                    <a:pt x="188709" y="427304"/>
                  </a:lnTo>
                  <a:lnTo>
                    <a:pt x="189318" y="453631"/>
                  </a:lnTo>
                  <a:lnTo>
                    <a:pt x="191389" y="479323"/>
                  </a:lnTo>
                  <a:lnTo>
                    <a:pt x="194614" y="505752"/>
                  </a:lnTo>
                  <a:lnTo>
                    <a:pt x="199275" y="529501"/>
                  </a:lnTo>
                  <a:lnTo>
                    <a:pt x="189039" y="535203"/>
                  </a:lnTo>
                  <a:lnTo>
                    <a:pt x="149809" y="563143"/>
                  </a:lnTo>
                  <a:lnTo>
                    <a:pt x="114528" y="593623"/>
                  </a:lnTo>
                  <a:lnTo>
                    <a:pt x="83223" y="629183"/>
                  </a:lnTo>
                  <a:lnTo>
                    <a:pt x="56515" y="668553"/>
                  </a:lnTo>
                  <a:lnTo>
                    <a:pt x="34429" y="709193"/>
                  </a:lnTo>
                  <a:lnTo>
                    <a:pt x="17856" y="753643"/>
                  </a:lnTo>
                  <a:lnTo>
                    <a:pt x="6426" y="799363"/>
                  </a:lnTo>
                  <a:lnTo>
                    <a:pt x="711" y="846353"/>
                  </a:lnTo>
                  <a:lnTo>
                    <a:pt x="0" y="870064"/>
                  </a:lnTo>
                  <a:lnTo>
                    <a:pt x="711" y="893343"/>
                  </a:lnTo>
                  <a:lnTo>
                    <a:pt x="2844" y="917473"/>
                  </a:lnTo>
                  <a:lnTo>
                    <a:pt x="6426" y="940333"/>
                  </a:lnTo>
                  <a:lnTo>
                    <a:pt x="6794" y="942009"/>
                  </a:lnTo>
                  <a:lnTo>
                    <a:pt x="839470" y="942009"/>
                  </a:lnTo>
                  <a:lnTo>
                    <a:pt x="1809750" y="942009"/>
                  </a:lnTo>
                  <a:lnTo>
                    <a:pt x="1809750" y="495973"/>
                  </a:lnTo>
                  <a:lnTo>
                    <a:pt x="1809750" y="280631"/>
                  </a:lnTo>
                  <a:close/>
                </a:path>
              </a:pathLst>
            </a:custGeom>
            <a:solidFill>
              <a:srgbClr val="181A1D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850" cy="9751829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5657194" y="9231365"/>
            <a:ext cx="1811655" cy="522605"/>
            <a:chOff x="15657194" y="9231365"/>
            <a:chExt cx="1811655" cy="522605"/>
          </a:xfrm>
        </p:grpSpPr>
        <p:sp>
          <p:nvSpPr>
            <p:cNvPr id="4" name="object 4" descr=""/>
            <p:cNvSpPr/>
            <p:nvPr/>
          </p:nvSpPr>
          <p:spPr>
            <a:xfrm>
              <a:off x="15884380" y="9312617"/>
              <a:ext cx="1584960" cy="441325"/>
            </a:xfrm>
            <a:custGeom>
              <a:avLst/>
              <a:gdLst/>
              <a:ahLst/>
              <a:cxnLst/>
              <a:rect l="l" t="t" r="r" b="b"/>
              <a:pathLst>
                <a:path w="1584959" h="441325">
                  <a:moveTo>
                    <a:pt x="1584469" y="440982"/>
                  </a:moveTo>
                  <a:lnTo>
                    <a:pt x="95" y="440982"/>
                  </a:lnTo>
                  <a:lnTo>
                    <a:pt x="0" y="416560"/>
                  </a:lnTo>
                  <a:lnTo>
                    <a:pt x="4286" y="365760"/>
                  </a:lnTo>
                  <a:lnTo>
                    <a:pt x="14674" y="316230"/>
                  </a:lnTo>
                  <a:lnTo>
                    <a:pt x="31090" y="266700"/>
                  </a:lnTo>
                  <a:lnTo>
                    <a:pt x="53176" y="219710"/>
                  </a:lnTo>
                  <a:lnTo>
                    <a:pt x="80605" y="176530"/>
                  </a:lnTo>
                  <a:lnTo>
                    <a:pt x="113734" y="135890"/>
                  </a:lnTo>
                  <a:lnTo>
                    <a:pt x="151001" y="101600"/>
                  </a:lnTo>
                  <a:lnTo>
                    <a:pt x="192047" y="69850"/>
                  </a:lnTo>
                  <a:lnTo>
                    <a:pt x="236606" y="44450"/>
                  </a:lnTo>
                  <a:lnTo>
                    <a:pt x="284678" y="24130"/>
                  </a:lnTo>
                  <a:lnTo>
                    <a:pt x="333836" y="10160"/>
                  </a:lnTo>
                  <a:lnTo>
                    <a:pt x="410988" y="0"/>
                  </a:lnTo>
                  <a:lnTo>
                    <a:pt x="440977" y="1270"/>
                  </a:lnTo>
                  <a:lnTo>
                    <a:pt x="474449" y="3810"/>
                  </a:lnTo>
                  <a:lnTo>
                    <a:pt x="501669" y="7620"/>
                  </a:lnTo>
                  <a:lnTo>
                    <a:pt x="512906" y="8890"/>
                  </a:lnTo>
                  <a:lnTo>
                    <a:pt x="665850" y="36830"/>
                  </a:lnTo>
                  <a:lnTo>
                    <a:pt x="738348" y="49530"/>
                  </a:lnTo>
                  <a:lnTo>
                    <a:pt x="808295" y="60960"/>
                  </a:lnTo>
                  <a:lnTo>
                    <a:pt x="940822" y="81280"/>
                  </a:lnTo>
                  <a:lnTo>
                    <a:pt x="1064012" y="99060"/>
                  </a:lnTo>
                  <a:lnTo>
                    <a:pt x="1178446" y="114300"/>
                  </a:lnTo>
                  <a:lnTo>
                    <a:pt x="1232562" y="120650"/>
                  </a:lnTo>
                  <a:lnTo>
                    <a:pt x="1430039" y="140970"/>
                  </a:lnTo>
                  <a:lnTo>
                    <a:pt x="1475025" y="144780"/>
                  </a:lnTo>
                  <a:lnTo>
                    <a:pt x="1518404" y="147320"/>
                  </a:lnTo>
                  <a:lnTo>
                    <a:pt x="1560247" y="151130"/>
                  </a:lnTo>
                  <a:lnTo>
                    <a:pt x="1584469" y="152706"/>
                  </a:lnTo>
                  <a:lnTo>
                    <a:pt x="1584469" y="440982"/>
                  </a:lnTo>
                  <a:close/>
                </a:path>
              </a:pathLst>
            </a:custGeom>
            <a:solidFill>
              <a:srgbClr val="181A1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5657194" y="9231365"/>
              <a:ext cx="1811655" cy="522605"/>
            </a:xfrm>
            <a:custGeom>
              <a:avLst/>
              <a:gdLst/>
              <a:ahLst/>
              <a:cxnLst/>
              <a:rect l="l" t="t" r="r" b="b"/>
              <a:pathLst>
                <a:path w="1811655" h="522604">
                  <a:moveTo>
                    <a:pt x="1811655" y="522233"/>
                  </a:moveTo>
                  <a:lnTo>
                    <a:pt x="12381" y="522233"/>
                  </a:lnTo>
                  <a:lnTo>
                    <a:pt x="8036" y="505460"/>
                  </a:lnTo>
                  <a:lnTo>
                    <a:pt x="3571" y="480060"/>
                  </a:lnTo>
                  <a:lnTo>
                    <a:pt x="872" y="454084"/>
                  </a:lnTo>
                  <a:lnTo>
                    <a:pt x="0" y="429260"/>
                  </a:lnTo>
                  <a:lnTo>
                    <a:pt x="163" y="403860"/>
                  </a:lnTo>
                  <a:lnTo>
                    <a:pt x="5491" y="353060"/>
                  </a:lnTo>
                  <a:lnTo>
                    <a:pt x="16505" y="303530"/>
                  </a:lnTo>
                  <a:lnTo>
                    <a:pt x="33917" y="255270"/>
                  </a:lnTo>
                  <a:lnTo>
                    <a:pt x="56495" y="209550"/>
                  </a:lnTo>
                  <a:lnTo>
                    <a:pt x="84951" y="167640"/>
                  </a:lnTo>
                  <a:lnTo>
                    <a:pt x="118065" y="128270"/>
                  </a:lnTo>
                  <a:lnTo>
                    <a:pt x="155480" y="93980"/>
                  </a:lnTo>
                  <a:lnTo>
                    <a:pt x="196482" y="64770"/>
                  </a:lnTo>
                  <a:lnTo>
                    <a:pt x="218598" y="50800"/>
                  </a:lnTo>
                  <a:lnTo>
                    <a:pt x="264794" y="29210"/>
                  </a:lnTo>
                  <a:lnTo>
                    <a:pt x="313134" y="12700"/>
                  </a:lnTo>
                  <a:lnTo>
                    <a:pt x="362902" y="2540"/>
                  </a:lnTo>
                  <a:lnTo>
                    <a:pt x="426362" y="0"/>
                  </a:lnTo>
                  <a:lnTo>
                    <a:pt x="453583" y="1270"/>
                  </a:lnTo>
                  <a:lnTo>
                    <a:pt x="464819" y="1270"/>
                  </a:lnTo>
                  <a:lnTo>
                    <a:pt x="749513" y="31750"/>
                  </a:lnTo>
                  <a:lnTo>
                    <a:pt x="907553" y="49530"/>
                  </a:lnTo>
                  <a:lnTo>
                    <a:pt x="978038" y="55880"/>
                  </a:lnTo>
                  <a:lnTo>
                    <a:pt x="1043275" y="63500"/>
                  </a:lnTo>
                  <a:lnTo>
                    <a:pt x="1103594" y="68580"/>
                  </a:lnTo>
                  <a:lnTo>
                    <a:pt x="1159326" y="74930"/>
                  </a:lnTo>
                  <a:lnTo>
                    <a:pt x="1210801" y="78740"/>
                  </a:lnTo>
                  <a:lnTo>
                    <a:pt x="1258351" y="83820"/>
                  </a:lnTo>
                  <a:lnTo>
                    <a:pt x="1302305" y="87630"/>
                  </a:lnTo>
                  <a:lnTo>
                    <a:pt x="1342995" y="90170"/>
                  </a:lnTo>
                  <a:lnTo>
                    <a:pt x="1380752" y="93980"/>
                  </a:lnTo>
                  <a:lnTo>
                    <a:pt x="1448787" y="99060"/>
                  </a:lnTo>
                  <a:lnTo>
                    <a:pt x="1509057" y="101600"/>
                  </a:lnTo>
                  <a:lnTo>
                    <a:pt x="1537107" y="104140"/>
                  </a:lnTo>
                  <a:lnTo>
                    <a:pt x="1616884" y="107950"/>
                  </a:lnTo>
                  <a:lnTo>
                    <a:pt x="1713211" y="110490"/>
                  </a:lnTo>
                  <a:lnTo>
                    <a:pt x="1758612" y="113030"/>
                  </a:lnTo>
                  <a:lnTo>
                    <a:pt x="1811655" y="114381"/>
                  </a:lnTo>
                  <a:lnTo>
                    <a:pt x="1811655" y="522233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850" cy="9751829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2846229" y="9119309"/>
            <a:ext cx="4622800" cy="634365"/>
            <a:chOff x="12846229" y="9119309"/>
            <a:chExt cx="4622800" cy="634365"/>
          </a:xfrm>
        </p:grpSpPr>
        <p:sp>
          <p:nvSpPr>
            <p:cNvPr id="4" name="object 4" descr=""/>
            <p:cNvSpPr/>
            <p:nvPr/>
          </p:nvSpPr>
          <p:spPr>
            <a:xfrm>
              <a:off x="15447633" y="9195587"/>
              <a:ext cx="2021839" cy="558165"/>
            </a:xfrm>
            <a:custGeom>
              <a:avLst/>
              <a:gdLst/>
              <a:ahLst/>
              <a:cxnLst/>
              <a:rect l="l" t="t" r="r" b="b"/>
              <a:pathLst>
                <a:path w="2021840" h="558165">
                  <a:moveTo>
                    <a:pt x="651154" y="5689"/>
                  </a:moveTo>
                  <a:lnTo>
                    <a:pt x="649084" y="5854"/>
                  </a:lnTo>
                  <a:lnTo>
                    <a:pt x="649668" y="5854"/>
                  </a:lnTo>
                  <a:lnTo>
                    <a:pt x="651154" y="5689"/>
                  </a:lnTo>
                  <a:close/>
                </a:path>
                <a:path w="2021840" h="558165">
                  <a:moveTo>
                    <a:pt x="678383" y="3441"/>
                  </a:moveTo>
                  <a:lnTo>
                    <a:pt x="675487" y="3632"/>
                  </a:lnTo>
                  <a:lnTo>
                    <a:pt x="676008" y="3632"/>
                  </a:lnTo>
                  <a:lnTo>
                    <a:pt x="678383" y="3441"/>
                  </a:lnTo>
                  <a:close/>
                </a:path>
                <a:path w="2021840" h="558165">
                  <a:moveTo>
                    <a:pt x="2021217" y="5499"/>
                  </a:moveTo>
                  <a:lnTo>
                    <a:pt x="1935378" y="5854"/>
                  </a:lnTo>
                  <a:lnTo>
                    <a:pt x="1823745" y="6172"/>
                  </a:lnTo>
                  <a:lnTo>
                    <a:pt x="1220673" y="5854"/>
                  </a:lnTo>
                  <a:lnTo>
                    <a:pt x="1226515" y="5854"/>
                  </a:lnTo>
                  <a:lnTo>
                    <a:pt x="808101" y="3632"/>
                  </a:lnTo>
                  <a:lnTo>
                    <a:pt x="806996" y="3632"/>
                  </a:lnTo>
                  <a:lnTo>
                    <a:pt x="706958" y="2844"/>
                  </a:lnTo>
                  <a:lnTo>
                    <a:pt x="687527" y="2844"/>
                  </a:lnTo>
                  <a:lnTo>
                    <a:pt x="678383" y="3441"/>
                  </a:lnTo>
                  <a:lnTo>
                    <a:pt x="676224" y="3632"/>
                  </a:lnTo>
                  <a:lnTo>
                    <a:pt x="676008" y="3632"/>
                  </a:lnTo>
                  <a:lnTo>
                    <a:pt x="651154" y="5689"/>
                  </a:lnTo>
                  <a:lnTo>
                    <a:pt x="649871" y="5854"/>
                  </a:lnTo>
                  <a:lnTo>
                    <a:pt x="649668" y="5854"/>
                  </a:lnTo>
                  <a:lnTo>
                    <a:pt x="617689" y="9537"/>
                  </a:lnTo>
                  <a:lnTo>
                    <a:pt x="587705" y="15100"/>
                  </a:lnTo>
                  <a:lnTo>
                    <a:pt x="563372" y="21678"/>
                  </a:lnTo>
                  <a:lnTo>
                    <a:pt x="555320" y="17957"/>
                  </a:lnTo>
                  <a:lnTo>
                    <a:pt x="506031" y="6375"/>
                  </a:lnTo>
                  <a:lnTo>
                    <a:pt x="453986" y="330"/>
                  </a:lnTo>
                  <a:lnTo>
                    <a:pt x="401408" y="0"/>
                  </a:lnTo>
                  <a:lnTo>
                    <a:pt x="350532" y="5575"/>
                  </a:lnTo>
                  <a:lnTo>
                    <a:pt x="301396" y="18275"/>
                  </a:lnTo>
                  <a:lnTo>
                    <a:pt x="252539" y="37236"/>
                  </a:lnTo>
                  <a:lnTo>
                    <a:pt x="205994" y="61556"/>
                  </a:lnTo>
                  <a:lnTo>
                    <a:pt x="163830" y="90347"/>
                  </a:lnTo>
                  <a:lnTo>
                    <a:pt x="125831" y="124333"/>
                  </a:lnTo>
                  <a:lnTo>
                    <a:pt x="91211" y="163690"/>
                  </a:lnTo>
                  <a:lnTo>
                    <a:pt x="61239" y="206603"/>
                  </a:lnTo>
                  <a:lnTo>
                    <a:pt x="37147" y="251320"/>
                  </a:lnTo>
                  <a:lnTo>
                    <a:pt x="19164" y="299212"/>
                  </a:lnTo>
                  <a:lnTo>
                    <a:pt x="6794" y="350139"/>
                  </a:lnTo>
                  <a:lnTo>
                    <a:pt x="317" y="402132"/>
                  </a:lnTo>
                  <a:lnTo>
                    <a:pt x="0" y="453250"/>
                  </a:lnTo>
                  <a:lnTo>
                    <a:pt x="6311" y="503999"/>
                  </a:lnTo>
                  <a:lnTo>
                    <a:pt x="19050" y="554926"/>
                  </a:lnTo>
                  <a:lnTo>
                    <a:pt x="20218" y="558012"/>
                  </a:lnTo>
                  <a:lnTo>
                    <a:pt x="285292" y="558012"/>
                  </a:lnTo>
                  <a:lnTo>
                    <a:pt x="2021217" y="558025"/>
                  </a:lnTo>
                  <a:lnTo>
                    <a:pt x="2021217" y="6261"/>
                  </a:lnTo>
                  <a:lnTo>
                    <a:pt x="2021217" y="5499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2846229" y="9119309"/>
              <a:ext cx="4622800" cy="634365"/>
            </a:xfrm>
            <a:custGeom>
              <a:avLst/>
              <a:gdLst/>
              <a:ahLst/>
              <a:cxnLst/>
              <a:rect l="l" t="t" r="r" b="b"/>
              <a:pathLst>
                <a:path w="4622800" h="634365">
                  <a:moveTo>
                    <a:pt x="4311153" y="12699"/>
                  </a:moveTo>
                  <a:lnTo>
                    <a:pt x="3067426" y="12699"/>
                  </a:lnTo>
                  <a:lnTo>
                    <a:pt x="3094215" y="0"/>
                  </a:lnTo>
                  <a:lnTo>
                    <a:pt x="4283277" y="0"/>
                  </a:lnTo>
                  <a:lnTo>
                    <a:pt x="4311153" y="12699"/>
                  </a:lnTo>
                  <a:close/>
                </a:path>
                <a:path w="4622800" h="634365">
                  <a:moveTo>
                    <a:pt x="4622621" y="634290"/>
                  </a:moveTo>
                  <a:lnTo>
                    <a:pt x="2755978" y="634290"/>
                  </a:lnTo>
                  <a:lnTo>
                    <a:pt x="2749887" y="622299"/>
                  </a:lnTo>
                  <a:lnTo>
                    <a:pt x="2738233" y="609599"/>
                  </a:lnTo>
                  <a:lnTo>
                    <a:pt x="2718960" y="558799"/>
                  </a:lnTo>
                  <a:lnTo>
                    <a:pt x="2705327" y="507999"/>
                  </a:lnTo>
                  <a:lnTo>
                    <a:pt x="2697633" y="457199"/>
                  </a:lnTo>
                  <a:lnTo>
                    <a:pt x="2696308" y="431799"/>
                  </a:lnTo>
                  <a:lnTo>
                    <a:pt x="2696591" y="406399"/>
                  </a:lnTo>
                  <a:lnTo>
                    <a:pt x="2701577" y="355599"/>
                  </a:lnTo>
                  <a:lnTo>
                    <a:pt x="2712233" y="304799"/>
                  </a:lnTo>
                  <a:lnTo>
                    <a:pt x="2728798" y="266699"/>
                  </a:lnTo>
                  <a:lnTo>
                    <a:pt x="2739409" y="241299"/>
                  </a:lnTo>
                  <a:lnTo>
                    <a:pt x="2751271" y="215899"/>
                  </a:lnTo>
                  <a:lnTo>
                    <a:pt x="2764262" y="190560"/>
                  </a:lnTo>
                  <a:lnTo>
                    <a:pt x="2765656" y="189331"/>
                  </a:lnTo>
                  <a:lnTo>
                    <a:pt x="2779116" y="177799"/>
                  </a:lnTo>
                  <a:lnTo>
                    <a:pt x="2795011" y="152399"/>
                  </a:lnTo>
                  <a:lnTo>
                    <a:pt x="2811978" y="139699"/>
                  </a:lnTo>
                  <a:lnTo>
                    <a:pt x="2830016" y="114299"/>
                  </a:lnTo>
                  <a:lnTo>
                    <a:pt x="2848708" y="101599"/>
                  </a:lnTo>
                  <a:lnTo>
                    <a:pt x="2868830" y="88899"/>
                  </a:lnTo>
                  <a:lnTo>
                    <a:pt x="2890023" y="63499"/>
                  </a:lnTo>
                  <a:lnTo>
                    <a:pt x="2934017" y="38099"/>
                  </a:lnTo>
                  <a:lnTo>
                    <a:pt x="2957174" y="38099"/>
                  </a:lnTo>
                  <a:lnTo>
                    <a:pt x="3005276" y="12699"/>
                  </a:lnTo>
                  <a:lnTo>
                    <a:pt x="4491978" y="12699"/>
                  </a:lnTo>
                  <a:lnTo>
                    <a:pt x="4541221" y="25399"/>
                  </a:lnTo>
                  <a:lnTo>
                    <a:pt x="4622621" y="25399"/>
                  </a:lnTo>
                  <a:lnTo>
                    <a:pt x="4622621" y="634290"/>
                  </a:lnTo>
                  <a:close/>
                </a:path>
                <a:path w="4622800" h="634365">
                  <a:moveTo>
                    <a:pt x="2755978" y="634290"/>
                  </a:moveTo>
                  <a:lnTo>
                    <a:pt x="0" y="634290"/>
                  </a:lnTo>
                  <a:lnTo>
                    <a:pt x="8973" y="622299"/>
                  </a:lnTo>
                  <a:lnTo>
                    <a:pt x="39097" y="584199"/>
                  </a:lnTo>
                  <a:lnTo>
                    <a:pt x="71015" y="546099"/>
                  </a:lnTo>
                  <a:lnTo>
                    <a:pt x="104913" y="507999"/>
                  </a:lnTo>
                  <a:lnTo>
                    <a:pt x="139664" y="482599"/>
                  </a:lnTo>
                  <a:lnTo>
                    <a:pt x="176770" y="457199"/>
                  </a:lnTo>
                  <a:lnTo>
                    <a:pt x="215934" y="419099"/>
                  </a:lnTo>
                  <a:lnTo>
                    <a:pt x="256858" y="393699"/>
                  </a:lnTo>
                  <a:lnTo>
                    <a:pt x="299244" y="368299"/>
                  </a:lnTo>
                  <a:lnTo>
                    <a:pt x="342794" y="342899"/>
                  </a:lnTo>
                  <a:lnTo>
                    <a:pt x="477451" y="266699"/>
                  </a:lnTo>
                  <a:lnTo>
                    <a:pt x="522680" y="253999"/>
                  </a:lnTo>
                  <a:lnTo>
                    <a:pt x="567584" y="228599"/>
                  </a:lnTo>
                  <a:lnTo>
                    <a:pt x="655226" y="203199"/>
                  </a:lnTo>
                  <a:lnTo>
                    <a:pt x="697368" y="177799"/>
                  </a:lnTo>
                  <a:lnTo>
                    <a:pt x="792451" y="152399"/>
                  </a:lnTo>
                  <a:lnTo>
                    <a:pt x="838934" y="152399"/>
                  </a:lnTo>
                  <a:lnTo>
                    <a:pt x="885155" y="139699"/>
                  </a:lnTo>
                  <a:lnTo>
                    <a:pt x="1025556" y="139699"/>
                  </a:lnTo>
                  <a:lnTo>
                    <a:pt x="1074040" y="126999"/>
                  </a:lnTo>
                  <a:lnTo>
                    <a:pt x="1266530" y="126999"/>
                  </a:lnTo>
                  <a:lnTo>
                    <a:pt x="1311833" y="114299"/>
                  </a:lnTo>
                  <a:lnTo>
                    <a:pt x="2524691" y="114299"/>
                  </a:lnTo>
                  <a:lnTo>
                    <a:pt x="2630392" y="101599"/>
                  </a:lnTo>
                  <a:lnTo>
                    <a:pt x="2848708" y="101599"/>
                  </a:lnTo>
                  <a:lnTo>
                    <a:pt x="2830016" y="114299"/>
                  </a:lnTo>
                  <a:lnTo>
                    <a:pt x="2811978" y="139699"/>
                  </a:lnTo>
                  <a:lnTo>
                    <a:pt x="2795011" y="152399"/>
                  </a:lnTo>
                  <a:lnTo>
                    <a:pt x="2779116" y="177799"/>
                  </a:lnTo>
                  <a:lnTo>
                    <a:pt x="2765656" y="189331"/>
                  </a:lnTo>
                  <a:lnTo>
                    <a:pt x="2764262" y="190560"/>
                  </a:lnTo>
                  <a:lnTo>
                    <a:pt x="2751271" y="215899"/>
                  </a:lnTo>
                  <a:lnTo>
                    <a:pt x="2739409" y="241299"/>
                  </a:lnTo>
                  <a:lnTo>
                    <a:pt x="2728798" y="266699"/>
                  </a:lnTo>
                  <a:lnTo>
                    <a:pt x="2719526" y="279399"/>
                  </a:lnTo>
                  <a:lnTo>
                    <a:pt x="2706191" y="330199"/>
                  </a:lnTo>
                  <a:lnTo>
                    <a:pt x="2698571" y="380999"/>
                  </a:lnTo>
                  <a:lnTo>
                    <a:pt x="2696308" y="431799"/>
                  </a:lnTo>
                  <a:lnTo>
                    <a:pt x="2697633" y="457199"/>
                  </a:lnTo>
                  <a:lnTo>
                    <a:pt x="2705327" y="507999"/>
                  </a:lnTo>
                  <a:lnTo>
                    <a:pt x="2718960" y="558799"/>
                  </a:lnTo>
                  <a:lnTo>
                    <a:pt x="2738233" y="609599"/>
                  </a:lnTo>
                  <a:lnTo>
                    <a:pt x="2749887" y="622299"/>
                  </a:lnTo>
                  <a:lnTo>
                    <a:pt x="2755978" y="634290"/>
                  </a:lnTo>
                  <a:close/>
                </a:path>
              </a:pathLst>
            </a:custGeom>
            <a:solidFill>
              <a:srgbClr val="1C1D2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850" cy="9751829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5549550" y="9103550"/>
            <a:ext cx="1919605" cy="650240"/>
          </a:xfrm>
          <a:custGeom>
            <a:avLst/>
            <a:gdLst/>
            <a:ahLst/>
            <a:cxnLst/>
            <a:rect l="l" t="t" r="r" b="b"/>
            <a:pathLst>
              <a:path w="1919605" h="650240">
                <a:moveTo>
                  <a:pt x="1919287" y="7315"/>
                </a:moveTo>
                <a:lnTo>
                  <a:pt x="1909533" y="6375"/>
                </a:lnTo>
                <a:lnTo>
                  <a:pt x="1851660" y="2362"/>
                </a:lnTo>
                <a:lnTo>
                  <a:pt x="1808391" y="673"/>
                </a:lnTo>
                <a:lnTo>
                  <a:pt x="1762709" y="0"/>
                </a:lnTo>
                <a:lnTo>
                  <a:pt x="1715109" y="203"/>
                </a:lnTo>
                <a:lnTo>
                  <a:pt x="1666062" y="1155"/>
                </a:lnTo>
                <a:lnTo>
                  <a:pt x="1571269" y="4622"/>
                </a:lnTo>
                <a:lnTo>
                  <a:pt x="1571269" y="401929"/>
                </a:lnTo>
                <a:lnTo>
                  <a:pt x="1571193" y="402450"/>
                </a:lnTo>
                <a:lnTo>
                  <a:pt x="1565516" y="439318"/>
                </a:lnTo>
                <a:lnTo>
                  <a:pt x="1571269" y="401929"/>
                </a:lnTo>
                <a:lnTo>
                  <a:pt x="1571269" y="4622"/>
                </a:lnTo>
                <a:lnTo>
                  <a:pt x="1347343" y="16929"/>
                </a:lnTo>
                <a:lnTo>
                  <a:pt x="1271803" y="22644"/>
                </a:lnTo>
                <a:lnTo>
                  <a:pt x="1186637" y="30645"/>
                </a:lnTo>
                <a:lnTo>
                  <a:pt x="1088732" y="41579"/>
                </a:lnTo>
                <a:lnTo>
                  <a:pt x="974966" y="56121"/>
                </a:lnTo>
                <a:lnTo>
                  <a:pt x="767715" y="86182"/>
                </a:lnTo>
                <a:lnTo>
                  <a:pt x="728903" y="95110"/>
                </a:lnTo>
                <a:lnTo>
                  <a:pt x="665797" y="114757"/>
                </a:lnTo>
                <a:lnTo>
                  <a:pt x="641045" y="125818"/>
                </a:lnTo>
                <a:lnTo>
                  <a:pt x="609625" y="106375"/>
                </a:lnTo>
                <a:lnTo>
                  <a:pt x="555307" y="81419"/>
                </a:lnTo>
                <a:lnTo>
                  <a:pt x="506031" y="69303"/>
                </a:lnTo>
                <a:lnTo>
                  <a:pt x="453986" y="63080"/>
                </a:lnTo>
                <a:lnTo>
                  <a:pt x="401408" y="62928"/>
                </a:lnTo>
                <a:lnTo>
                  <a:pt x="350520" y="69037"/>
                </a:lnTo>
                <a:lnTo>
                  <a:pt x="300990" y="81191"/>
                </a:lnTo>
                <a:lnTo>
                  <a:pt x="252183" y="99872"/>
                </a:lnTo>
                <a:lnTo>
                  <a:pt x="205867" y="124079"/>
                </a:lnTo>
                <a:lnTo>
                  <a:pt x="163830" y="152857"/>
                </a:lnTo>
                <a:lnTo>
                  <a:pt x="125691" y="186855"/>
                </a:lnTo>
                <a:lnTo>
                  <a:pt x="90855" y="226314"/>
                </a:lnTo>
                <a:lnTo>
                  <a:pt x="60833" y="269519"/>
                </a:lnTo>
                <a:lnTo>
                  <a:pt x="37147" y="314782"/>
                </a:lnTo>
                <a:lnTo>
                  <a:pt x="19164" y="362254"/>
                </a:lnTo>
                <a:lnTo>
                  <a:pt x="6794" y="413118"/>
                </a:lnTo>
                <a:lnTo>
                  <a:pt x="317" y="465061"/>
                </a:lnTo>
                <a:lnTo>
                  <a:pt x="0" y="515759"/>
                </a:lnTo>
                <a:lnTo>
                  <a:pt x="6311" y="566508"/>
                </a:lnTo>
                <a:lnTo>
                  <a:pt x="19050" y="617435"/>
                </a:lnTo>
                <a:lnTo>
                  <a:pt x="31305" y="650049"/>
                </a:lnTo>
                <a:lnTo>
                  <a:pt x="415353" y="650049"/>
                </a:lnTo>
                <a:lnTo>
                  <a:pt x="1591119" y="650062"/>
                </a:lnTo>
                <a:lnTo>
                  <a:pt x="1919287" y="650062"/>
                </a:lnTo>
                <a:lnTo>
                  <a:pt x="1919287" y="40474"/>
                </a:lnTo>
                <a:lnTo>
                  <a:pt x="1919287" y="7315"/>
                </a:lnTo>
                <a:close/>
              </a:path>
            </a:pathLst>
          </a:custGeom>
          <a:solidFill>
            <a:srgbClr val="1C1D2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850" cy="9751829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5578125" y="9224581"/>
            <a:ext cx="1891030" cy="529590"/>
          </a:xfrm>
          <a:custGeom>
            <a:avLst/>
            <a:gdLst/>
            <a:ahLst/>
            <a:cxnLst/>
            <a:rect l="l" t="t" r="r" b="b"/>
            <a:pathLst>
              <a:path w="1891030" h="529590">
                <a:moveTo>
                  <a:pt x="1890725" y="23533"/>
                </a:moveTo>
                <a:lnTo>
                  <a:pt x="1700911" y="22974"/>
                </a:lnTo>
                <a:lnTo>
                  <a:pt x="894867" y="22974"/>
                </a:lnTo>
                <a:lnTo>
                  <a:pt x="631520" y="23253"/>
                </a:lnTo>
                <a:lnTo>
                  <a:pt x="619975" y="23977"/>
                </a:lnTo>
                <a:lnTo>
                  <a:pt x="592099" y="26225"/>
                </a:lnTo>
                <a:lnTo>
                  <a:pt x="576986" y="27940"/>
                </a:lnTo>
                <a:lnTo>
                  <a:pt x="556260" y="18491"/>
                </a:lnTo>
                <a:lnTo>
                  <a:pt x="506450" y="6375"/>
                </a:lnTo>
                <a:lnTo>
                  <a:pt x="454228" y="152"/>
                </a:lnTo>
                <a:lnTo>
                  <a:pt x="401828" y="0"/>
                </a:lnTo>
                <a:lnTo>
                  <a:pt x="351472" y="6108"/>
                </a:lnTo>
                <a:lnTo>
                  <a:pt x="301802" y="18262"/>
                </a:lnTo>
                <a:lnTo>
                  <a:pt x="252653" y="36944"/>
                </a:lnTo>
                <a:lnTo>
                  <a:pt x="206006" y="61150"/>
                </a:lnTo>
                <a:lnTo>
                  <a:pt x="163830" y="89928"/>
                </a:lnTo>
                <a:lnTo>
                  <a:pt x="125818" y="123926"/>
                </a:lnTo>
                <a:lnTo>
                  <a:pt x="91211" y="163385"/>
                </a:lnTo>
                <a:lnTo>
                  <a:pt x="61226" y="206590"/>
                </a:lnTo>
                <a:lnTo>
                  <a:pt x="37147" y="251853"/>
                </a:lnTo>
                <a:lnTo>
                  <a:pt x="19558" y="299326"/>
                </a:lnTo>
                <a:lnTo>
                  <a:pt x="7150" y="350189"/>
                </a:lnTo>
                <a:lnTo>
                  <a:pt x="457" y="402132"/>
                </a:lnTo>
                <a:lnTo>
                  <a:pt x="0" y="452831"/>
                </a:lnTo>
                <a:lnTo>
                  <a:pt x="6718" y="503580"/>
                </a:lnTo>
                <a:lnTo>
                  <a:pt x="13055" y="529018"/>
                </a:lnTo>
                <a:lnTo>
                  <a:pt x="204317" y="529018"/>
                </a:lnTo>
                <a:lnTo>
                  <a:pt x="825804" y="529018"/>
                </a:lnTo>
                <a:lnTo>
                  <a:pt x="1764233" y="529018"/>
                </a:lnTo>
                <a:lnTo>
                  <a:pt x="1890725" y="529018"/>
                </a:lnTo>
                <a:lnTo>
                  <a:pt x="1890725" y="142468"/>
                </a:lnTo>
                <a:lnTo>
                  <a:pt x="1890725" y="23533"/>
                </a:lnTo>
                <a:close/>
              </a:path>
            </a:pathLst>
          </a:custGeom>
          <a:solidFill>
            <a:srgbClr val="1C1D2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850" cy="9751829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5798528" y="8950397"/>
            <a:ext cx="1670685" cy="803275"/>
          </a:xfrm>
          <a:custGeom>
            <a:avLst/>
            <a:gdLst/>
            <a:ahLst/>
            <a:cxnLst/>
            <a:rect l="l" t="t" r="r" b="b"/>
            <a:pathLst>
              <a:path w="1670684" h="803275">
                <a:moveTo>
                  <a:pt x="1670321" y="803201"/>
                </a:moveTo>
                <a:lnTo>
                  <a:pt x="12039" y="803201"/>
                </a:lnTo>
                <a:lnTo>
                  <a:pt x="7851" y="784985"/>
                </a:lnTo>
                <a:lnTo>
                  <a:pt x="3461" y="758717"/>
                </a:lnTo>
                <a:lnTo>
                  <a:pt x="588" y="732716"/>
                </a:lnTo>
                <a:lnTo>
                  <a:pt x="0" y="710809"/>
                </a:lnTo>
                <a:lnTo>
                  <a:pt x="19" y="700689"/>
                </a:lnTo>
                <a:lnTo>
                  <a:pt x="2731" y="652617"/>
                </a:lnTo>
                <a:lnTo>
                  <a:pt x="11468" y="600215"/>
                </a:lnTo>
                <a:lnTo>
                  <a:pt x="26797" y="549286"/>
                </a:lnTo>
                <a:lnTo>
                  <a:pt x="48347" y="501006"/>
                </a:lnTo>
                <a:lnTo>
                  <a:pt x="75761" y="455018"/>
                </a:lnTo>
                <a:lnTo>
                  <a:pt x="107640" y="413153"/>
                </a:lnTo>
                <a:lnTo>
                  <a:pt x="145056" y="374696"/>
                </a:lnTo>
                <a:lnTo>
                  <a:pt x="191163" y="339557"/>
                </a:lnTo>
                <a:lnTo>
                  <a:pt x="245604" y="307738"/>
                </a:lnTo>
                <a:lnTo>
                  <a:pt x="325904" y="271874"/>
                </a:lnTo>
                <a:lnTo>
                  <a:pt x="391333" y="244492"/>
                </a:lnTo>
                <a:lnTo>
                  <a:pt x="452454" y="219851"/>
                </a:lnTo>
                <a:lnTo>
                  <a:pt x="509579" y="197761"/>
                </a:lnTo>
                <a:lnTo>
                  <a:pt x="563017" y="178034"/>
                </a:lnTo>
                <a:lnTo>
                  <a:pt x="613079" y="160478"/>
                </a:lnTo>
                <a:lnTo>
                  <a:pt x="660075" y="144905"/>
                </a:lnTo>
                <a:lnTo>
                  <a:pt x="704316" y="131125"/>
                </a:lnTo>
                <a:lnTo>
                  <a:pt x="746112" y="118949"/>
                </a:lnTo>
                <a:lnTo>
                  <a:pt x="785773" y="108188"/>
                </a:lnTo>
                <a:lnTo>
                  <a:pt x="823610" y="98650"/>
                </a:lnTo>
                <a:lnTo>
                  <a:pt x="895051" y="82492"/>
                </a:lnTo>
                <a:lnTo>
                  <a:pt x="978832" y="66169"/>
                </a:lnTo>
                <a:lnTo>
                  <a:pt x="1028663" y="57607"/>
                </a:lnTo>
                <a:lnTo>
                  <a:pt x="1078814" y="49765"/>
                </a:lnTo>
                <a:lnTo>
                  <a:pt x="1129331" y="42604"/>
                </a:lnTo>
                <a:lnTo>
                  <a:pt x="1180259" y="36082"/>
                </a:lnTo>
                <a:lnTo>
                  <a:pt x="1231645" y="30160"/>
                </a:lnTo>
                <a:lnTo>
                  <a:pt x="1283533" y="24799"/>
                </a:lnTo>
                <a:lnTo>
                  <a:pt x="1335970" y="19957"/>
                </a:lnTo>
                <a:lnTo>
                  <a:pt x="1442673" y="11674"/>
                </a:lnTo>
                <a:lnTo>
                  <a:pt x="1493748" y="8266"/>
                </a:lnTo>
                <a:lnTo>
                  <a:pt x="1547556" y="5220"/>
                </a:lnTo>
                <a:lnTo>
                  <a:pt x="1661536" y="244"/>
                </a:lnTo>
                <a:lnTo>
                  <a:pt x="1670321" y="0"/>
                </a:lnTo>
                <a:lnTo>
                  <a:pt x="1670321" y="217810"/>
                </a:lnTo>
                <a:lnTo>
                  <a:pt x="1651271" y="249799"/>
                </a:lnTo>
                <a:lnTo>
                  <a:pt x="1635242" y="283791"/>
                </a:lnTo>
                <a:lnTo>
                  <a:pt x="1621624" y="319570"/>
                </a:lnTo>
                <a:lnTo>
                  <a:pt x="1610685" y="356420"/>
                </a:lnTo>
                <a:lnTo>
                  <a:pt x="1602744" y="393388"/>
                </a:lnTo>
                <a:lnTo>
                  <a:pt x="1602693" y="393627"/>
                </a:lnTo>
                <a:lnTo>
                  <a:pt x="1598407" y="431221"/>
                </a:lnTo>
                <a:lnTo>
                  <a:pt x="1596978" y="469350"/>
                </a:lnTo>
                <a:lnTo>
                  <a:pt x="1598407" y="507480"/>
                </a:lnTo>
                <a:lnTo>
                  <a:pt x="1610685" y="582281"/>
                </a:lnTo>
                <a:lnTo>
                  <a:pt x="1621624" y="619131"/>
                </a:lnTo>
                <a:lnTo>
                  <a:pt x="1635242" y="654909"/>
                </a:lnTo>
                <a:lnTo>
                  <a:pt x="1670321" y="721113"/>
                </a:lnTo>
                <a:lnTo>
                  <a:pt x="1670321" y="803201"/>
                </a:lnTo>
                <a:close/>
              </a:path>
              <a:path w="1670684" h="803275">
                <a:moveTo>
                  <a:pt x="1670321" y="721113"/>
                </a:moveTo>
                <a:lnTo>
                  <a:pt x="1635242" y="654909"/>
                </a:lnTo>
                <a:lnTo>
                  <a:pt x="1621624" y="619131"/>
                </a:lnTo>
                <a:lnTo>
                  <a:pt x="1610685" y="582281"/>
                </a:lnTo>
                <a:lnTo>
                  <a:pt x="1598407" y="507480"/>
                </a:lnTo>
                <a:lnTo>
                  <a:pt x="1596978" y="469350"/>
                </a:lnTo>
                <a:lnTo>
                  <a:pt x="1598317" y="433632"/>
                </a:lnTo>
                <a:lnTo>
                  <a:pt x="1598407" y="431221"/>
                </a:lnTo>
                <a:lnTo>
                  <a:pt x="1610685" y="356420"/>
                </a:lnTo>
                <a:lnTo>
                  <a:pt x="1621624" y="319570"/>
                </a:lnTo>
                <a:lnTo>
                  <a:pt x="1635242" y="283791"/>
                </a:lnTo>
                <a:lnTo>
                  <a:pt x="1670321" y="217810"/>
                </a:lnTo>
                <a:lnTo>
                  <a:pt x="1670321" y="721113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850" cy="9751829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5654590" y="9070853"/>
            <a:ext cx="1814830" cy="683260"/>
          </a:xfrm>
          <a:custGeom>
            <a:avLst/>
            <a:gdLst/>
            <a:ahLst/>
            <a:cxnLst/>
            <a:rect l="l" t="t" r="r" b="b"/>
            <a:pathLst>
              <a:path w="1814830" h="683259">
                <a:moveTo>
                  <a:pt x="1337615" y="682746"/>
                </a:moveTo>
                <a:lnTo>
                  <a:pt x="43351" y="682746"/>
                </a:lnTo>
                <a:lnTo>
                  <a:pt x="38799" y="673221"/>
                </a:lnTo>
                <a:lnTo>
                  <a:pt x="19868" y="623810"/>
                </a:lnTo>
                <a:lnTo>
                  <a:pt x="7366" y="572256"/>
                </a:lnTo>
                <a:lnTo>
                  <a:pt x="818" y="519749"/>
                </a:lnTo>
                <a:lnTo>
                  <a:pt x="0" y="493094"/>
                </a:lnTo>
                <a:lnTo>
                  <a:pt x="699" y="466528"/>
                </a:lnTo>
                <a:lnTo>
                  <a:pt x="7009" y="414260"/>
                </a:lnTo>
                <a:lnTo>
                  <a:pt x="19749" y="362706"/>
                </a:lnTo>
                <a:lnTo>
                  <a:pt x="38799" y="313176"/>
                </a:lnTo>
                <a:lnTo>
                  <a:pt x="63564" y="266503"/>
                </a:lnTo>
                <a:lnTo>
                  <a:pt x="93925" y="222569"/>
                </a:lnTo>
                <a:lnTo>
                  <a:pt x="129286" y="183636"/>
                </a:lnTo>
                <a:lnTo>
                  <a:pt x="168934" y="148274"/>
                </a:lnTo>
                <a:lnTo>
                  <a:pt x="212154" y="117913"/>
                </a:lnTo>
                <a:lnTo>
                  <a:pt x="259660" y="93624"/>
                </a:lnTo>
                <a:lnTo>
                  <a:pt x="309309" y="75051"/>
                </a:lnTo>
                <a:lnTo>
                  <a:pt x="373722" y="61597"/>
                </a:lnTo>
                <a:lnTo>
                  <a:pt x="413131" y="56001"/>
                </a:lnTo>
                <a:lnTo>
                  <a:pt x="1378444" y="7640"/>
                </a:lnTo>
                <a:lnTo>
                  <a:pt x="1540826" y="1661"/>
                </a:lnTo>
                <a:lnTo>
                  <a:pt x="1542465" y="1661"/>
                </a:lnTo>
                <a:lnTo>
                  <a:pt x="1599801" y="331"/>
                </a:lnTo>
                <a:lnTo>
                  <a:pt x="1625664" y="0"/>
                </a:lnTo>
                <a:lnTo>
                  <a:pt x="1672803" y="0"/>
                </a:lnTo>
                <a:lnTo>
                  <a:pt x="1711579" y="888"/>
                </a:lnTo>
                <a:lnTo>
                  <a:pt x="1753579" y="3375"/>
                </a:lnTo>
                <a:lnTo>
                  <a:pt x="1732225" y="3375"/>
                </a:lnTo>
                <a:lnTo>
                  <a:pt x="1695197" y="5518"/>
                </a:lnTo>
                <a:lnTo>
                  <a:pt x="1621854" y="20163"/>
                </a:lnTo>
                <a:lnTo>
                  <a:pt x="1551369" y="45523"/>
                </a:lnTo>
                <a:lnTo>
                  <a:pt x="1485885" y="82790"/>
                </a:lnTo>
                <a:lnTo>
                  <a:pt x="1427544" y="129343"/>
                </a:lnTo>
                <a:lnTo>
                  <a:pt x="1377300" y="185660"/>
                </a:lnTo>
                <a:lnTo>
                  <a:pt x="1337057" y="248406"/>
                </a:lnTo>
                <a:lnTo>
                  <a:pt x="1307529" y="317581"/>
                </a:lnTo>
                <a:lnTo>
                  <a:pt x="1289432" y="390328"/>
                </a:lnTo>
                <a:lnTo>
                  <a:pt x="1283002" y="465099"/>
                </a:lnTo>
                <a:lnTo>
                  <a:pt x="1284609" y="502842"/>
                </a:lnTo>
                <a:lnTo>
                  <a:pt x="1296873" y="576378"/>
                </a:lnTo>
                <a:lnTo>
                  <a:pt x="1321043" y="647964"/>
                </a:lnTo>
                <a:lnTo>
                  <a:pt x="1337057" y="681793"/>
                </a:lnTo>
                <a:lnTo>
                  <a:pt x="1337615" y="682746"/>
                </a:lnTo>
                <a:close/>
              </a:path>
              <a:path w="1814830" h="683259">
                <a:moveTo>
                  <a:pt x="1814259" y="682746"/>
                </a:moveTo>
                <a:lnTo>
                  <a:pt x="1337615" y="682746"/>
                </a:lnTo>
                <a:lnTo>
                  <a:pt x="1337057" y="681793"/>
                </a:lnTo>
                <a:lnTo>
                  <a:pt x="1307529" y="612618"/>
                </a:lnTo>
                <a:lnTo>
                  <a:pt x="1289432" y="539871"/>
                </a:lnTo>
                <a:lnTo>
                  <a:pt x="1283063" y="466528"/>
                </a:lnTo>
                <a:lnTo>
                  <a:pt x="1283002" y="465099"/>
                </a:lnTo>
                <a:lnTo>
                  <a:pt x="1284609" y="427357"/>
                </a:lnTo>
                <a:lnTo>
                  <a:pt x="1296873" y="353821"/>
                </a:lnTo>
                <a:lnTo>
                  <a:pt x="1321043" y="282234"/>
                </a:lnTo>
                <a:lnTo>
                  <a:pt x="1355749" y="216542"/>
                </a:lnTo>
                <a:lnTo>
                  <a:pt x="1401350" y="156385"/>
                </a:lnTo>
                <a:lnTo>
                  <a:pt x="1455464" y="105129"/>
                </a:lnTo>
                <a:lnTo>
                  <a:pt x="1518091" y="62772"/>
                </a:lnTo>
                <a:lnTo>
                  <a:pt x="1585729" y="31705"/>
                </a:lnTo>
                <a:lnTo>
                  <a:pt x="1658418" y="11393"/>
                </a:lnTo>
                <a:lnTo>
                  <a:pt x="1732225" y="3375"/>
                </a:lnTo>
                <a:lnTo>
                  <a:pt x="1760123" y="3903"/>
                </a:lnTo>
                <a:lnTo>
                  <a:pt x="1789360" y="6262"/>
                </a:lnTo>
                <a:lnTo>
                  <a:pt x="1814259" y="9313"/>
                </a:lnTo>
                <a:lnTo>
                  <a:pt x="1814259" y="682746"/>
                </a:lnTo>
                <a:close/>
              </a:path>
              <a:path w="1814830" h="683259">
                <a:moveTo>
                  <a:pt x="1760123" y="3903"/>
                </a:moveTo>
                <a:lnTo>
                  <a:pt x="1732225" y="3375"/>
                </a:lnTo>
                <a:lnTo>
                  <a:pt x="1753579" y="3375"/>
                </a:lnTo>
                <a:lnTo>
                  <a:pt x="1760123" y="3903"/>
                </a:lnTo>
                <a:close/>
              </a:path>
              <a:path w="1814830" h="683259">
                <a:moveTo>
                  <a:pt x="1814259" y="9313"/>
                </a:moveTo>
                <a:lnTo>
                  <a:pt x="1789360" y="6262"/>
                </a:lnTo>
                <a:lnTo>
                  <a:pt x="1760123" y="3903"/>
                </a:lnTo>
                <a:lnTo>
                  <a:pt x="1769968" y="4089"/>
                </a:lnTo>
                <a:lnTo>
                  <a:pt x="1807485" y="7640"/>
                </a:lnTo>
                <a:lnTo>
                  <a:pt x="1814259" y="8798"/>
                </a:lnTo>
                <a:lnTo>
                  <a:pt x="1814259" y="9313"/>
                </a:lnTo>
                <a:close/>
              </a:path>
            </a:pathLst>
          </a:custGeom>
          <a:solidFill>
            <a:srgbClr val="1B1B1B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850" cy="9751829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5158738" y="9037708"/>
            <a:ext cx="2310130" cy="716280"/>
            <a:chOff x="15158738" y="9037708"/>
            <a:chExt cx="2310130" cy="716280"/>
          </a:xfrm>
        </p:grpSpPr>
        <p:sp>
          <p:nvSpPr>
            <p:cNvPr id="4" name="object 4" descr=""/>
            <p:cNvSpPr/>
            <p:nvPr/>
          </p:nvSpPr>
          <p:spPr>
            <a:xfrm>
              <a:off x="15549561" y="9224575"/>
              <a:ext cx="837565" cy="529590"/>
            </a:xfrm>
            <a:custGeom>
              <a:avLst/>
              <a:gdLst/>
              <a:ahLst/>
              <a:cxnLst/>
              <a:rect l="l" t="t" r="r" b="b"/>
              <a:pathLst>
                <a:path w="837565" h="529590">
                  <a:moveTo>
                    <a:pt x="825084" y="529024"/>
                  </a:moveTo>
                  <a:lnTo>
                    <a:pt x="12676" y="529024"/>
                  </a:lnTo>
                  <a:lnTo>
                    <a:pt x="6310" y="503574"/>
                  </a:lnTo>
                  <a:lnTo>
                    <a:pt x="0" y="452824"/>
                  </a:lnTo>
                  <a:lnTo>
                    <a:pt x="312" y="402133"/>
                  </a:lnTo>
                  <a:lnTo>
                    <a:pt x="6786" y="350192"/>
                  </a:lnTo>
                  <a:lnTo>
                    <a:pt x="19154" y="299323"/>
                  </a:lnTo>
                  <a:lnTo>
                    <a:pt x="37147" y="251846"/>
                  </a:lnTo>
                  <a:lnTo>
                    <a:pt x="60826" y="206588"/>
                  </a:lnTo>
                  <a:lnTo>
                    <a:pt x="90844" y="163383"/>
                  </a:lnTo>
                  <a:lnTo>
                    <a:pt x="125685" y="123929"/>
                  </a:lnTo>
                  <a:lnTo>
                    <a:pt x="163829" y="89921"/>
                  </a:lnTo>
                  <a:lnTo>
                    <a:pt x="205859" y="61153"/>
                  </a:lnTo>
                  <a:lnTo>
                    <a:pt x="252174" y="36939"/>
                  </a:lnTo>
                  <a:lnTo>
                    <a:pt x="300989" y="18261"/>
                  </a:lnTo>
                  <a:lnTo>
                    <a:pt x="350519" y="6101"/>
                  </a:lnTo>
                  <a:lnTo>
                    <a:pt x="401404" y="0"/>
                  </a:lnTo>
                  <a:lnTo>
                    <a:pt x="453985" y="148"/>
                  </a:lnTo>
                  <a:lnTo>
                    <a:pt x="506030" y="6369"/>
                  </a:lnTo>
                  <a:lnTo>
                    <a:pt x="555307" y="18484"/>
                  </a:lnTo>
                  <a:lnTo>
                    <a:pt x="609614" y="43041"/>
                  </a:lnTo>
                  <a:lnTo>
                    <a:pt x="666869" y="78491"/>
                  </a:lnTo>
                  <a:lnTo>
                    <a:pt x="712157" y="110370"/>
                  </a:lnTo>
                  <a:lnTo>
                    <a:pt x="837247" y="299471"/>
                  </a:lnTo>
                  <a:lnTo>
                    <a:pt x="835816" y="391851"/>
                  </a:lnTo>
                  <a:lnTo>
                    <a:pt x="831696" y="467543"/>
                  </a:lnTo>
                  <a:lnTo>
                    <a:pt x="825084" y="529024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5158738" y="9037708"/>
              <a:ext cx="2310130" cy="716280"/>
            </a:xfrm>
            <a:custGeom>
              <a:avLst/>
              <a:gdLst/>
              <a:ahLst/>
              <a:cxnLst/>
              <a:rect l="l" t="t" r="r" b="b"/>
              <a:pathLst>
                <a:path w="2310130" h="716279">
                  <a:moveTo>
                    <a:pt x="2310110" y="715891"/>
                  </a:moveTo>
                  <a:lnTo>
                    <a:pt x="96174" y="715891"/>
                  </a:lnTo>
                  <a:lnTo>
                    <a:pt x="95428" y="715009"/>
                  </a:lnTo>
                  <a:lnTo>
                    <a:pt x="65067" y="670559"/>
                  </a:lnTo>
                  <a:lnTo>
                    <a:pt x="39826" y="623569"/>
                  </a:lnTo>
                  <a:lnTo>
                    <a:pt x="20300" y="574039"/>
                  </a:lnTo>
                  <a:lnTo>
                    <a:pt x="7560" y="521969"/>
                  </a:lnTo>
                  <a:lnTo>
                    <a:pt x="1250" y="469899"/>
                  </a:lnTo>
                  <a:lnTo>
                    <a:pt x="0" y="443229"/>
                  </a:lnTo>
                  <a:lnTo>
                    <a:pt x="535" y="416559"/>
                  </a:lnTo>
                  <a:lnTo>
                    <a:pt x="6965" y="363219"/>
                  </a:lnTo>
                  <a:lnTo>
                    <a:pt x="19466" y="311149"/>
                  </a:lnTo>
                  <a:lnTo>
                    <a:pt x="38397" y="261619"/>
                  </a:lnTo>
                  <a:lnTo>
                    <a:pt x="62686" y="214629"/>
                  </a:lnTo>
                  <a:lnTo>
                    <a:pt x="92690" y="170179"/>
                  </a:lnTo>
                  <a:lnTo>
                    <a:pt x="128051" y="129539"/>
                  </a:lnTo>
                  <a:lnTo>
                    <a:pt x="166985" y="93979"/>
                  </a:lnTo>
                  <a:lnTo>
                    <a:pt x="210919" y="63499"/>
                  </a:lnTo>
                  <a:lnTo>
                    <a:pt x="258425" y="39369"/>
                  </a:lnTo>
                  <a:lnTo>
                    <a:pt x="307836" y="20319"/>
                  </a:lnTo>
                  <a:lnTo>
                    <a:pt x="359390" y="6349"/>
                  </a:lnTo>
                  <a:lnTo>
                    <a:pt x="454357" y="0"/>
                  </a:lnTo>
                  <a:lnTo>
                    <a:pt x="466070" y="0"/>
                  </a:lnTo>
                  <a:lnTo>
                    <a:pt x="518545" y="2539"/>
                  </a:lnTo>
                  <a:lnTo>
                    <a:pt x="571438" y="3809"/>
                  </a:lnTo>
                  <a:lnTo>
                    <a:pt x="624706" y="6349"/>
                  </a:lnTo>
                  <a:lnTo>
                    <a:pt x="678304" y="7619"/>
                  </a:lnTo>
                  <a:lnTo>
                    <a:pt x="732189" y="10159"/>
                  </a:lnTo>
                  <a:lnTo>
                    <a:pt x="786318" y="11429"/>
                  </a:lnTo>
                  <a:lnTo>
                    <a:pt x="840646" y="13969"/>
                  </a:lnTo>
                  <a:lnTo>
                    <a:pt x="1004390" y="17779"/>
                  </a:lnTo>
                  <a:lnTo>
                    <a:pt x="1059080" y="20319"/>
                  </a:lnTo>
                  <a:lnTo>
                    <a:pt x="1438921" y="29209"/>
                  </a:lnTo>
                  <a:lnTo>
                    <a:pt x="1492234" y="29209"/>
                  </a:lnTo>
                  <a:lnTo>
                    <a:pt x="1649783" y="33019"/>
                  </a:lnTo>
                  <a:lnTo>
                    <a:pt x="1701358" y="33019"/>
                  </a:lnTo>
                  <a:lnTo>
                    <a:pt x="1802833" y="35559"/>
                  </a:lnTo>
                  <a:lnTo>
                    <a:pt x="1852645" y="35559"/>
                  </a:lnTo>
                  <a:lnTo>
                    <a:pt x="1901783" y="36829"/>
                  </a:lnTo>
                  <a:lnTo>
                    <a:pt x="1950202" y="36829"/>
                  </a:lnTo>
                  <a:lnTo>
                    <a:pt x="1997858" y="38099"/>
                  </a:lnTo>
                  <a:lnTo>
                    <a:pt x="2090710" y="38099"/>
                  </a:lnTo>
                  <a:lnTo>
                    <a:pt x="2135818" y="39369"/>
                  </a:lnTo>
                  <a:lnTo>
                    <a:pt x="2223177" y="39369"/>
                  </a:lnTo>
                  <a:lnTo>
                    <a:pt x="2265342" y="40639"/>
                  </a:lnTo>
                  <a:lnTo>
                    <a:pt x="2310110" y="40639"/>
                  </a:lnTo>
                  <a:lnTo>
                    <a:pt x="2310110" y="715891"/>
                  </a:lnTo>
                  <a:close/>
                </a:path>
              </a:pathLst>
            </a:custGeom>
            <a:solidFill>
              <a:srgbClr val="1D1D2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850" cy="9751829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5799758" y="9136233"/>
            <a:ext cx="1669414" cy="617855"/>
          </a:xfrm>
          <a:custGeom>
            <a:avLst/>
            <a:gdLst/>
            <a:ahLst/>
            <a:cxnLst/>
            <a:rect l="l" t="t" r="r" b="b"/>
            <a:pathLst>
              <a:path w="1669415" h="617854">
                <a:moveTo>
                  <a:pt x="1669092" y="617365"/>
                </a:moveTo>
                <a:lnTo>
                  <a:pt x="12211" y="617365"/>
                </a:lnTo>
                <a:lnTo>
                  <a:pt x="11593" y="615029"/>
                </a:lnTo>
                <a:lnTo>
                  <a:pt x="6027" y="588791"/>
                </a:lnTo>
                <a:lnTo>
                  <a:pt x="2460" y="562644"/>
                </a:lnTo>
                <a:lnTo>
                  <a:pt x="431" y="536403"/>
                </a:lnTo>
                <a:lnTo>
                  <a:pt x="0" y="510031"/>
                </a:lnTo>
                <a:lnTo>
                  <a:pt x="1265" y="484016"/>
                </a:lnTo>
                <a:lnTo>
                  <a:pt x="8527" y="431390"/>
                </a:lnTo>
                <a:lnTo>
                  <a:pt x="22220" y="380193"/>
                </a:lnTo>
                <a:lnTo>
                  <a:pt x="41270" y="330663"/>
                </a:lnTo>
                <a:lnTo>
                  <a:pt x="66035" y="283991"/>
                </a:lnTo>
                <a:lnTo>
                  <a:pt x="97229" y="240890"/>
                </a:lnTo>
                <a:lnTo>
                  <a:pt x="132710" y="202076"/>
                </a:lnTo>
                <a:lnTo>
                  <a:pt x="172834" y="167190"/>
                </a:lnTo>
                <a:lnTo>
                  <a:pt x="216530" y="137306"/>
                </a:lnTo>
                <a:lnTo>
                  <a:pt x="264035" y="113493"/>
                </a:lnTo>
                <a:lnTo>
                  <a:pt x="313685" y="95396"/>
                </a:lnTo>
                <a:lnTo>
                  <a:pt x="378574" y="82775"/>
                </a:lnTo>
                <a:lnTo>
                  <a:pt x="418460" y="77298"/>
                </a:lnTo>
                <a:lnTo>
                  <a:pt x="419991" y="77298"/>
                </a:lnTo>
                <a:lnTo>
                  <a:pt x="1230413" y="34189"/>
                </a:lnTo>
                <a:lnTo>
                  <a:pt x="1482205" y="16675"/>
                </a:lnTo>
                <a:lnTo>
                  <a:pt x="1613424" y="5472"/>
                </a:lnTo>
                <a:lnTo>
                  <a:pt x="1669092" y="0"/>
                </a:lnTo>
                <a:lnTo>
                  <a:pt x="1669092" y="617365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850" cy="9751829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5858573" y="9133612"/>
            <a:ext cx="1610360" cy="620395"/>
          </a:xfrm>
          <a:custGeom>
            <a:avLst/>
            <a:gdLst/>
            <a:ahLst/>
            <a:cxnLst/>
            <a:rect l="l" t="t" r="r" b="b"/>
            <a:pathLst>
              <a:path w="1610359" h="620395">
                <a:moveTo>
                  <a:pt x="1082875" y="619987"/>
                </a:moveTo>
                <a:lnTo>
                  <a:pt x="20210" y="619987"/>
                </a:lnTo>
                <a:lnTo>
                  <a:pt x="14034" y="598987"/>
                </a:lnTo>
                <a:lnTo>
                  <a:pt x="8170" y="573314"/>
                </a:lnTo>
                <a:lnTo>
                  <a:pt x="3899" y="547284"/>
                </a:lnTo>
                <a:lnTo>
                  <a:pt x="1145" y="520808"/>
                </a:lnTo>
                <a:lnTo>
                  <a:pt x="0" y="494152"/>
                </a:lnTo>
                <a:lnTo>
                  <a:pt x="550" y="467587"/>
                </a:lnTo>
                <a:lnTo>
                  <a:pt x="6384" y="414961"/>
                </a:lnTo>
                <a:lnTo>
                  <a:pt x="18648" y="363764"/>
                </a:lnTo>
                <a:lnTo>
                  <a:pt x="36745" y="314115"/>
                </a:lnTo>
                <a:lnTo>
                  <a:pt x="60558" y="266609"/>
                </a:lnTo>
                <a:lnTo>
                  <a:pt x="90442" y="222913"/>
                </a:lnTo>
                <a:lnTo>
                  <a:pt x="125328" y="182789"/>
                </a:lnTo>
                <a:lnTo>
                  <a:pt x="164142" y="147428"/>
                </a:lnTo>
                <a:lnTo>
                  <a:pt x="207243" y="117067"/>
                </a:lnTo>
                <a:lnTo>
                  <a:pt x="253915" y="92183"/>
                </a:lnTo>
                <a:lnTo>
                  <a:pt x="303445" y="72299"/>
                </a:lnTo>
                <a:lnTo>
                  <a:pt x="367858" y="58369"/>
                </a:lnTo>
                <a:lnTo>
                  <a:pt x="407268" y="52297"/>
                </a:lnTo>
                <a:lnTo>
                  <a:pt x="1287446" y="4494"/>
                </a:lnTo>
                <a:lnTo>
                  <a:pt x="1381749" y="927"/>
                </a:lnTo>
                <a:lnTo>
                  <a:pt x="1425381" y="0"/>
                </a:lnTo>
                <a:lnTo>
                  <a:pt x="1467866" y="0"/>
                </a:lnTo>
                <a:lnTo>
                  <a:pt x="1483814" y="392"/>
                </a:lnTo>
                <a:lnTo>
                  <a:pt x="1496654" y="927"/>
                </a:lnTo>
                <a:lnTo>
                  <a:pt x="1497189" y="927"/>
                </a:lnTo>
                <a:lnTo>
                  <a:pt x="1511697" y="1786"/>
                </a:lnTo>
                <a:lnTo>
                  <a:pt x="1514088" y="1978"/>
                </a:lnTo>
                <a:lnTo>
                  <a:pt x="1499517" y="1978"/>
                </a:lnTo>
                <a:lnTo>
                  <a:pt x="1462638" y="4672"/>
                </a:lnTo>
                <a:lnTo>
                  <a:pt x="1389414" y="18483"/>
                </a:lnTo>
                <a:lnTo>
                  <a:pt x="1319763" y="43724"/>
                </a:lnTo>
                <a:lnTo>
                  <a:pt x="1254754" y="80991"/>
                </a:lnTo>
                <a:lnTo>
                  <a:pt x="1196890" y="127544"/>
                </a:lnTo>
                <a:lnTo>
                  <a:pt x="1147479" y="183027"/>
                </a:lnTo>
                <a:lnTo>
                  <a:pt x="1107355" y="245654"/>
                </a:lnTo>
                <a:lnTo>
                  <a:pt x="1077828" y="313877"/>
                </a:lnTo>
                <a:lnTo>
                  <a:pt x="1059730" y="385672"/>
                </a:lnTo>
                <a:lnTo>
                  <a:pt x="1054015" y="460324"/>
                </a:lnTo>
                <a:lnTo>
                  <a:pt x="1055444" y="497784"/>
                </a:lnTo>
                <a:lnTo>
                  <a:pt x="1059730" y="534262"/>
                </a:lnTo>
                <a:lnTo>
                  <a:pt x="1067172" y="570754"/>
                </a:lnTo>
                <a:lnTo>
                  <a:pt x="1077828" y="606890"/>
                </a:lnTo>
                <a:lnTo>
                  <a:pt x="1082875" y="619987"/>
                </a:lnTo>
                <a:close/>
              </a:path>
              <a:path w="1610359" h="620395">
                <a:moveTo>
                  <a:pt x="1610275" y="619987"/>
                </a:moveTo>
                <a:lnTo>
                  <a:pt x="1082875" y="619987"/>
                </a:lnTo>
                <a:lnTo>
                  <a:pt x="1077828" y="606890"/>
                </a:lnTo>
                <a:lnTo>
                  <a:pt x="1067172" y="570754"/>
                </a:lnTo>
                <a:lnTo>
                  <a:pt x="1059730" y="534262"/>
                </a:lnTo>
                <a:lnTo>
                  <a:pt x="1055444" y="497784"/>
                </a:lnTo>
                <a:lnTo>
                  <a:pt x="1054015" y="460324"/>
                </a:lnTo>
                <a:lnTo>
                  <a:pt x="1055444" y="422685"/>
                </a:lnTo>
                <a:lnTo>
                  <a:pt x="1067172" y="349730"/>
                </a:lnTo>
                <a:lnTo>
                  <a:pt x="1091341" y="278917"/>
                </a:lnTo>
                <a:lnTo>
                  <a:pt x="1126033" y="213805"/>
                </a:lnTo>
                <a:lnTo>
                  <a:pt x="1171203" y="154089"/>
                </a:lnTo>
                <a:lnTo>
                  <a:pt x="1224661" y="103330"/>
                </a:lnTo>
                <a:lnTo>
                  <a:pt x="1286633" y="60973"/>
                </a:lnTo>
                <a:lnTo>
                  <a:pt x="1353740" y="29853"/>
                </a:lnTo>
                <a:lnTo>
                  <a:pt x="1425981" y="9970"/>
                </a:lnTo>
                <a:lnTo>
                  <a:pt x="1499517" y="1978"/>
                </a:lnTo>
                <a:lnTo>
                  <a:pt x="1516368" y="2172"/>
                </a:lnTo>
                <a:lnTo>
                  <a:pt x="1554241" y="5401"/>
                </a:lnTo>
                <a:lnTo>
                  <a:pt x="1590868" y="9791"/>
                </a:lnTo>
                <a:lnTo>
                  <a:pt x="1610275" y="13424"/>
                </a:lnTo>
                <a:lnTo>
                  <a:pt x="1610275" y="619987"/>
                </a:lnTo>
                <a:close/>
              </a:path>
              <a:path w="1610359" h="620395">
                <a:moveTo>
                  <a:pt x="1516368" y="2172"/>
                </a:moveTo>
                <a:lnTo>
                  <a:pt x="1499517" y="1978"/>
                </a:lnTo>
                <a:lnTo>
                  <a:pt x="1514088" y="1978"/>
                </a:lnTo>
                <a:lnTo>
                  <a:pt x="1516368" y="2172"/>
                </a:lnTo>
                <a:close/>
              </a:path>
              <a:path w="1610359" h="620395">
                <a:moveTo>
                  <a:pt x="1610275" y="13424"/>
                </a:moveTo>
                <a:lnTo>
                  <a:pt x="1590868" y="9791"/>
                </a:lnTo>
                <a:lnTo>
                  <a:pt x="1554241" y="5401"/>
                </a:lnTo>
                <a:lnTo>
                  <a:pt x="1516368" y="2172"/>
                </a:lnTo>
                <a:lnTo>
                  <a:pt x="1536933" y="2409"/>
                </a:lnTo>
                <a:lnTo>
                  <a:pt x="1574348" y="5877"/>
                </a:lnTo>
                <a:lnTo>
                  <a:pt x="1610275" y="12126"/>
                </a:lnTo>
                <a:lnTo>
                  <a:pt x="1610275" y="13424"/>
                </a:lnTo>
                <a:close/>
              </a:path>
            </a:pathLst>
          </a:custGeom>
          <a:solidFill>
            <a:srgbClr val="1D1C2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850" cy="9751829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5491448" y="9166414"/>
            <a:ext cx="1978025" cy="587375"/>
          </a:xfrm>
          <a:custGeom>
            <a:avLst/>
            <a:gdLst/>
            <a:ahLst/>
            <a:cxnLst/>
            <a:rect l="l" t="t" r="r" b="b"/>
            <a:pathLst>
              <a:path w="1978025" h="587375">
                <a:moveTo>
                  <a:pt x="1977402" y="13639"/>
                </a:moveTo>
                <a:lnTo>
                  <a:pt x="1928583" y="9855"/>
                </a:lnTo>
                <a:lnTo>
                  <a:pt x="1878457" y="6629"/>
                </a:lnTo>
                <a:lnTo>
                  <a:pt x="1827974" y="4025"/>
                </a:lnTo>
                <a:lnTo>
                  <a:pt x="1777174" y="2057"/>
                </a:lnTo>
                <a:lnTo>
                  <a:pt x="1726095" y="711"/>
                </a:lnTo>
                <a:lnTo>
                  <a:pt x="1674787" y="0"/>
                </a:lnTo>
                <a:lnTo>
                  <a:pt x="1615135" y="0"/>
                </a:lnTo>
                <a:lnTo>
                  <a:pt x="1571625" y="457"/>
                </a:lnTo>
                <a:lnTo>
                  <a:pt x="1463179" y="3619"/>
                </a:lnTo>
                <a:lnTo>
                  <a:pt x="1424025" y="5575"/>
                </a:lnTo>
                <a:lnTo>
                  <a:pt x="1383182" y="8229"/>
                </a:lnTo>
                <a:lnTo>
                  <a:pt x="1340535" y="11772"/>
                </a:lnTo>
                <a:lnTo>
                  <a:pt x="1295996" y="16344"/>
                </a:lnTo>
                <a:lnTo>
                  <a:pt x="1249451" y="22123"/>
                </a:lnTo>
                <a:lnTo>
                  <a:pt x="1200772" y="29260"/>
                </a:lnTo>
                <a:lnTo>
                  <a:pt x="1149870" y="37922"/>
                </a:lnTo>
                <a:lnTo>
                  <a:pt x="1096632" y="48260"/>
                </a:lnTo>
                <a:lnTo>
                  <a:pt x="1040942" y="60464"/>
                </a:lnTo>
                <a:lnTo>
                  <a:pt x="982700" y="74663"/>
                </a:lnTo>
                <a:lnTo>
                  <a:pt x="921778" y="91033"/>
                </a:lnTo>
                <a:lnTo>
                  <a:pt x="858100" y="109740"/>
                </a:lnTo>
                <a:lnTo>
                  <a:pt x="791527" y="130949"/>
                </a:lnTo>
                <a:lnTo>
                  <a:pt x="755459" y="148209"/>
                </a:lnTo>
                <a:lnTo>
                  <a:pt x="747534" y="152323"/>
                </a:lnTo>
                <a:lnTo>
                  <a:pt x="730567" y="124282"/>
                </a:lnTo>
                <a:lnTo>
                  <a:pt x="666877" y="78917"/>
                </a:lnTo>
                <a:lnTo>
                  <a:pt x="609625" y="43510"/>
                </a:lnTo>
                <a:lnTo>
                  <a:pt x="555307" y="18554"/>
                </a:lnTo>
                <a:lnTo>
                  <a:pt x="506031" y="6438"/>
                </a:lnTo>
                <a:lnTo>
                  <a:pt x="453986" y="215"/>
                </a:lnTo>
                <a:lnTo>
                  <a:pt x="401408" y="63"/>
                </a:lnTo>
                <a:lnTo>
                  <a:pt x="350520" y="6172"/>
                </a:lnTo>
                <a:lnTo>
                  <a:pt x="301396" y="18326"/>
                </a:lnTo>
                <a:lnTo>
                  <a:pt x="252539" y="37007"/>
                </a:lnTo>
                <a:lnTo>
                  <a:pt x="205994" y="61214"/>
                </a:lnTo>
                <a:lnTo>
                  <a:pt x="163830" y="89992"/>
                </a:lnTo>
                <a:lnTo>
                  <a:pt x="125691" y="123990"/>
                </a:lnTo>
                <a:lnTo>
                  <a:pt x="90855" y="163449"/>
                </a:lnTo>
                <a:lnTo>
                  <a:pt x="60833" y="206654"/>
                </a:lnTo>
                <a:lnTo>
                  <a:pt x="37147" y="251917"/>
                </a:lnTo>
                <a:lnTo>
                  <a:pt x="19164" y="299389"/>
                </a:lnTo>
                <a:lnTo>
                  <a:pt x="6794" y="350253"/>
                </a:lnTo>
                <a:lnTo>
                  <a:pt x="317" y="402196"/>
                </a:lnTo>
                <a:lnTo>
                  <a:pt x="0" y="452894"/>
                </a:lnTo>
                <a:lnTo>
                  <a:pt x="6311" y="503643"/>
                </a:lnTo>
                <a:lnTo>
                  <a:pt x="19050" y="554570"/>
                </a:lnTo>
                <a:lnTo>
                  <a:pt x="31305" y="587184"/>
                </a:lnTo>
                <a:lnTo>
                  <a:pt x="510971" y="587184"/>
                </a:lnTo>
                <a:lnTo>
                  <a:pt x="813777" y="587184"/>
                </a:lnTo>
                <a:lnTo>
                  <a:pt x="1977402" y="587184"/>
                </a:lnTo>
                <a:lnTo>
                  <a:pt x="1977402" y="13639"/>
                </a:lnTo>
                <a:close/>
              </a:path>
            </a:pathLst>
          </a:custGeom>
          <a:solidFill>
            <a:srgbClr val="1D1C2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850" cy="9751829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5491459" y="9195583"/>
            <a:ext cx="837565" cy="558165"/>
          </a:xfrm>
          <a:custGeom>
            <a:avLst/>
            <a:gdLst/>
            <a:ahLst/>
            <a:cxnLst/>
            <a:rect l="l" t="t" r="r" b="b"/>
            <a:pathLst>
              <a:path w="837565" h="558165">
                <a:moveTo>
                  <a:pt x="819953" y="558016"/>
                </a:moveTo>
                <a:lnTo>
                  <a:pt x="20212" y="558016"/>
                </a:lnTo>
                <a:lnTo>
                  <a:pt x="19049" y="554920"/>
                </a:lnTo>
                <a:lnTo>
                  <a:pt x="6310" y="503991"/>
                </a:lnTo>
                <a:lnTo>
                  <a:pt x="0" y="453241"/>
                </a:lnTo>
                <a:lnTo>
                  <a:pt x="312" y="402133"/>
                </a:lnTo>
                <a:lnTo>
                  <a:pt x="6786" y="350133"/>
                </a:lnTo>
                <a:lnTo>
                  <a:pt x="19154" y="299204"/>
                </a:lnTo>
                <a:lnTo>
                  <a:pt x="37147" y="251311"/>
                </a:lnTo>
                <a:lnTo>
                  <a:pt x="60826" y="206603"/>
                </a:lnTo>
                <a:lnTo>
                  <a:pt x="90844" y="163681"/>
                </a:lnTo>
                <a:lnTo>
                  <a:pt x="125685" y="124331"/>
                </a:lnTo>
                <a:lnTo>
                  <a:pt x="163829" y="90338"/>
                </a:lnTo>
                <a:lnTo>
                  <a:pt x="205993" y="61555"/>
                </a:lnTo>
                <a:lnTo>
                  <a:pt x="252531" y="37236"/>
                </a:lnTo>
                <a:lnTo>
                  <a:pt x="301391" y="18276"/>
                </a:lnTo>
                <a:lnTo>
                  <a:pt x="350519" y="5566"/>
                </a:lnTo>
                <a:lnTo>
                  <a:pt x="401404" y="0"/>
                </a:lnTo>
                <a:lnTo>
                  <a:pt x="453985" y="327"/>
                </a:lnTo>
                <a:lnTo>
                  <a:pt x="506030" y="6369"/>
                </a:lnTo>
                <a:lnTo>
                  <a:pt x="555307" y="17948"/>
                </a:lnTo>
                <a:lnTo>
                  <a:pt x="609614" y="43055"/>
                </a:lnTo>
                <a:lnTo>
                  <a:pt x="666869" y="78789"/>
                </a:lnTo>
                <a:lnTo>
                  <a:pt x="712157" y="110772"/>
                </a:lnTo>
                <a:lnTo>
                  <a:pt x="837247" y="299888"/>
                </a:lnTo>
                <a:lnTo>
                  <a:pt x="835816" y="392266"/>
                </a:lnTo>
                <a:lnTo>
                  <a:pt x="831696" y="467945"/>
                </a:lnTo>
                <a:lnTo>
                  <a:pt x="825142" y="529069"/>
                </a:lnTo>
                <a:lnTo>
                  <a:pt x="819953" y="558016"/>
                </a:lnTo>
                <a:close/>
              </a:path>
            </a:pathLst>
          </a:custGeom>
          <a:solidFill>
            <a:srgbClr val="1D1C2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4912091" y="8905071"/>
            <a:ext cx="2557145" cy="848994"/>
            <a:chOff x="14912091" y="8905071"/>
            <a:chExt cx="2557145" cy="848994"/>
          </a:xfrm>
        </p:grpSpPr>
        <p:sp>
          <p:nvSpPr>
            <p:cNvPr id="5" name="object 5" descr=""/>
            <p:cNvSpPr/>
            <p:nvPr/>
          </p:nvSpPr>
          <p:spPr>
            <a:xfrm>
              <a:off x="16376332" y="8905071"/>
              <a:ext cx="837565" cy="848994"/>
            </a:xfrm>
            <a:custGeom>
              <a:avLst/>
              <a:gdLst/>
              <a:ahLst/>
              <a:cxnLst/>
              <a:rect l="l" t="t" r="r" b="b"/>
              <a:pathLst>
                <a:path w="837565" h="848995">
                  <a:moveTo>
                    <a:pt x="505420" y="848528"/>
                  </a:moveTo>
                  <a:lnTo>
                    <a:pt x="350194" y="848528"/>
                  </a:lnTo>
                  <a:lnTo>
                    <a:pt x="300751" y="836146"/>
                  </a:lnTo>
                  <a:lnTo>
                    <a:pt x="251668" y="817691"/>
                  </a:lnTo>
                  <a:lnTo>
                    <a:pt x="206692" y="794236"/>
                  </a:lnTo>
                  <a:lnTo>
                    <a:pt x="164782" y="765184"/>
                  </a:lnTo>
                  <a:lnTo>
                    <a:pt x="125729" y="730418"/>
                  </a:lnTo>
                  <a:lnTo>
                    <a:pt x="90963" y="691366"/>
                  </a:lnTo>
                  <a:lnTo>
                    <a:pt x="61912" y="649456"/>
                  </a:lnTo>
                  <a:lnTo>
                    <a:pt x="38040" y="604063"/>
                  </a:lnTo>
                  <a:lnTo>
                    <a:pt x="19526" y="554920"/>
                  </a:lnTo>
                  <a:lnTo>
                    <a:pt x="6727" y="503991"/>
                  </a:lnTo>
                  <a:lnTo>
                    <a:pt x="0" y="453241"/>
                  </a:lnTo>
                  <a:lnTo>
                    <a:pt x="446" y="402535"/>
                  </a:lnTo>
                  <a:lnTo>
                    <a:pt x="7143" y="350490"/>
                  </a:lnTo>
                  <a:lnTo>
                    <a:pt x="19556" y="299338"/>
                  </a:lnTo>
                  <a:lnTo>
                    <a:pt x="37147" y="251311"/>
                  </a:lnTo>
                  <a:lnTo>
                    <a:pt x="61227" y="206603"/>
                  </a:lnTo>
                  <a:lnTo>
                    <a:pt x="91201" y="163681"/>
                  </a:lnTo>
                  <a:lnTo>
                    <a:pt x="125819" y="124331"/>
                  </a:lnTo>
                  <a:lnTo>
                    <a:pt x="163829" y="90338"/>
                  </a:lnTo>
                  <a:lnTo>
                    <a:pt x="206007" y="61555"/>
                  </a:lnTo>
                  <a:lnTo>
                    <a:pt x="252650" y="37236"/>
                  </a:lnTo>
                  <a:lnTo>
                    <a:pt x="301793" y="18276"/>
                  </a:lnTo>
                  <a:lnTo>
                    <a:pt x="351472" y="5566"/>
                  </a:lnTo>
                  <a:lnTo>
                    <a:pt x="401821" y="0"/>
                  </a:lnTo>
                  <a:lnTo>
                    <a:pt x="454223" y="327"/>
                  </a:lnTo>
                  <a:lnTo>
                    <a:pt x="506447" y="6369"/>
                  </a:lnTo>
                  <a:lnTo>
                    <a:pt x="556259" y="17948"/>
                  </a:lnTo>
                  <a:lnTo>
                    <a:pt x="610165" y="43055"/>
                  </a:lnTo>
                  <a:lnTo>
                    <a:pt x="667464" y="78789"/>
                  </a:lnTo>
                  <a:lnTo>
                    <a:pt x="712975" y="110772"/>
                  </a:lnTo>
                  <a:lnTo>
                    <a:pt x="837247" y="299888"/>
                  </a:lnTo>
                  <a:lnTo>
                    <a:pt x="836131" y="392268"/>
                  </a:lnTo>
                  <a:lnTo>
                    <a:pt x="832246" y="467960"/>
                  </a:lnTo>
                  <a:lnTo>
                    <a:pt x="825862" y="529119"/>
                  </a:lnTo>
                  <a:lnTo>
                    <a:pt x="817244" y="577899"/>
                  </a:lnTo>
                  <a:lnTo>
                    <a:pt x="806663" y="616455"/>
                  </a:lnTo>
                  <a:lnTo>
                    <a:pt x="780677" y="671510"/>
                  </a:lnTo>
                  <a:lnTo>
                    <a:pt x="731683" y="730418"/>
                  </a:lnTo>
                  <a:lnTo>
                    <a:pt x="692348" y="764827"/>
                  </a:lnTo>
                  <a:lnTo>
                    <a:pt x="649143" y="794518"/>
                  </a:lnTo>
                  <a:lnTo>
                    <a:pt x="603884" y="818048"/>
                  </a:lnTo>
                  <a:lnTo>
                    <a:pt x="556118" y="836146"/>
                  </a:lnTo>
                  <a:lnTo>
                    <a:pt x="555964" y="836146"/>
                  </a:lnTo>
                  <a:lnTo>
                    <a:pt x="505420" y="848528"/>
                  </a:lnTo>
                  <a:close/>
                </a:path>
              </a:pathLst>
            </a:custGeom>
            <a:solidFill>
              <a:srgbClr val="1D1C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4912091" y="8985130"/>
              <a:ext cx="2557145" cy="768985"/>
            </a:xfrm>
            <a:custGeom>
              <a:avLst/>
              <a:gdLst/>
              <a:ahLst/>
              <a:cxnLst/>
              <a:rect l="l" t="t" r="r" b="b"/>
              <a:pathLst>
                <a:path w="2557144" h="768984">
                  <a:moveTo>
                    <a:pt x="2556759" y="44449"/>
                  </a:moveTo>
                  <a:lnTo>
                    <a:pt x="1418517" y="44449"/>
                  </a:lnTo>
                  <a:lnTo>
                    <a:pt x="1602677" y="39369"/>
                  </a:lnTo>
                  <a:lnTo>
                    <a:pt x="1763001" y="31749"/>
                  </a:lnTo>
                  <a:lnTo>
                    <a:pt x="1818191" y="27939"/>
                  </a:lnTo>
                  <a:lnTo>
                    <a:pt x="1873823" y="25399"/>
                  </a:lnTo>
                  <a:lnTo>
                    <a:pt x="1985377" y="19049"/>
                  </a:lnTo>
                  <a:lnTo>
                    <a:pt x="2040780" y="16509"/>
                  </a:lnTo>
                  <a:lnTo>
                    <a:pt x="2095588" y="12699"/>
                  </a:lnTo>
                  <a:lnTo>
                    <a:pt x="2253848" y="5079"/>
                  </a:lnTo>
                  <a:lnTo>
                    <a:pt x="2303683" y="3809"/>
                  </a:lnTo>
                  <a:lnTo>
                    <a:pt x="2351626" y="1269"/>
                  </a:lnTo>
                  <a:lnTo>
                    <a:pt x="2397417" y="1269"/>
                  </a:lnTo>
                  <a:lnTo>
                    <a:pt x="2440799" y="0"/>
                  </a:lnTo>
                  <a:lnTo>
                    <a:pt x="2481511" y="0"/>
                  </a:lnTo>
                  <a:lnTo>
                    <a:pt x="2556759" y="1639"/>
                  </a:lnTo>
                  <a:lnTo>
                    <a:pt x="2556759" y="44449"/>
                  </a:lnTo>
                  <a:close/>
                </a:path>
                <a:path w="2557144" h="768984">
                  <a:moveTo>
                    <a:pt x="2470308" y="768468"/>
                  </a:moveTo>
                  <a:lnTo>
                    <a:pt x="122115" y="768468"/>
                  </a:lnTo>
                  <a:lnTo>
                    <a:pt x="113522" y="759459"/>
                  </a:lnTo>
                  <a:lnTo>
                    <a:pt x="80392" y="717549"/>
                  </a:lnTo>
                  <a:lnTo>
                    <a:pt x="52413" y="671829"/>
                  </a:lnTo>
                  <a:lnTo>
                    <a:pt x="29940" y="623569"/>
                  </a:lnTo>
                  <a:lnTo>
                    <a:pt x="13926" y="572769"/>
                  </a:lnTo>
                  <a:lnTo>
                    <a:pt x="3657" y="520699"/>
                  </a:lnTo>
                  <a:lnTo>
                    <a:pt x="10" y="469899"/>
                  </a:lnTo>
                  <a:lnTo>
                    <a:pt x="0" y="466089"/>
                  </a:lnTo>
                  <a:lnTo>
                    <a:pt x="487" y="440689"/>
                  </a:lnTo>
                  <a:lnTo>
                    <a:pt x="6916" y="388619"/>
                  </a:lnTo>
                  <a:lnTo>
                    <a:pt x="18941" y="336549"/>
                  </a:lnTo>
                  <a:lnTo>
                    <a:pt x="37396" y="285749"/>
                  </a:lnTo>
                  <a:lnTo>
                    <a:pt x="62042" y="238759"/>
                  </a:lnTo>
                  <a:lnTo>
                    <a:pt x="91688" y="194309"/>
                  </a:lnTo>
                  <a:lnTo>
                    <a:pt x="127169" y="154939"/>
                  </a:lnTo>
                  <a:lnTo>
                    <a:pt x="166936" y="119379"/>
                  </a:lnTo>
                  <a:lnTo>
                    <a:pt x="210037" y="88899"/>
                  </a:lnTo>
                  <a:lnTo>
                    <a:pt x="257423" y="63499"/>
                  </a:lnTo>
                  <a:lnTo>
                    <a:pt x="306834" y="44449"/>
                  </a:lnTo>
                  <a:lnTo>
                    <a:pt x="358388" y="30479"/>
                  </a:lnTo>
                  <a:lnTo>
                    <a:pt x="452418" y="24129"/>
                  </a:lnTo>
                  <a:lnTo>
                    <a:pt x="464116" y="24129"/>
                  </a:lnTo>
                  <a:lnTo>
                    <a:pt x="795184" y="36829"/>
                  </a:lnTo>
                  <a:lnTo>
                    <a:pt x="1008067" y="41935"/>
                  </a:lnTo>
                  <a:lnTo>
                    <a:pt x="1099960" y="44449"/>
                  </a:lnTo>
                  <a:lnTo>
                    <a:pt x="2556759" y="44449"/>
                  </a:lnTo>
                  <a:lnTo>
                    <a:pt x="2556759" y="126198"/>
                  </a:lnTo>
                  <a:lnTo>
                    <a:pt x="2519447" y="160019"/>
                  </a:lnTo>
                  <a:lnTo>
                    <a:pt x="2493536" y="187959"/>
                  </a:lnTo>
                  <a:lnTo>
                    <a:pt x="2469947" y="218439"/>
                  </a:lnTo>
                  <a:lnTo>
                    <a:pt x="2430552" y="281939"/>
                  </a:lnTo>
                  <a:lnTo>
                    <a:pt x="2414836" y="317499"/>
                  </a:lnTo>
                  <a:lnTo>
                    <a:pt x="2401977" y="354329"/>
                  </a:lnTo>
                  <a:lnTo>
                    <a:pt x="2391976" y="391159"/>
                  </a:lnTo>
                  <a:lnTo>
                    <a:pt x="2381617" y="466089"/>
                  </a:lnTo>
                  <a:lnTo>
                    <a:pt x="2380963" y="505758"/>
                  </a:lnTo>
                  <a:lnTo>
                    <a:pt x="2383403" y="542289"/>
                  </a:lnTo>
                  <a:lnTo>
                    <a:pt x="2388717" y="580389"/>
                  </a:lnTo>
                  <a:lnTo>
                    <a:pt x="2408987" y="654049"/>
                  </a:lnTo>
                  <a:lnTo>
                    <a:pt x="2423408" y="689609"/>
                  </a:lnTo>
                  <a:lnTo>
                    <a:pt x="2460794" y="755649"/>
                  </a:lnTo>
                  <a:lnTo>
                    <a:pt x="2470308" y="768468"/>
                  </a:lnTo>
                  <a:close/>
                </a:path>
                <a:path w="2557144" h="768984">
                  <a:moveTo>
                    <a:pt x="2556759" y="768468"/>
                  </a:moveTo>
                  <a:lnTo>
                    <a:pt x="2470308" y="768468"/>
                  </a:lnTo>
                  <a:lnTo>
                    <a:pt x="2460794" y="755649"/>
                  </a:lnTo>
                  <a:lnTo>
                    <a:pt x="2440672" y="722629"/>
                  </a:lnTo>
                  <a:lnTo>
                    <a:pt x="2408987" y="654049"/>
                  </a:lnTo>
                  <a:lnTo>
                    <a:pt x="2397334" y="617219"/>
                  </a:lnTo>
                  <a:lnTo>
                    <a:pt x="2383403" y="542289"/>
                  </a:lnTo>
                  <a:lnTo>
                    <a:pt x="2380963" y="505758"/>
                  </a:lnTo>
                  <a:lnTo>
                    <a:pt x="2380858" y="504189"/>
                  </a:lnTo>
                  <a:lnTo>
                    <a:pt x="2381542" y="469899"/>
                  </a:lnTo>
                  <a:lnTo>
                    <a:pt x="2381617" y="466089"/>
                  </a:lnTo>
                  <a:lnTo>
                    <a:pt x="2385413" y="427989"/>
                  </a:lnTo>
                  <a:lnTo>
                    <a:pt x="2401977" y="354329"/>
                  </a:lnTo>
                  <a:lnTo>
                    <a:pt x="2414836" y="317499"/>
                  </a:lnTo>
                  <a:lnTo>
                    <a:pt x="2430552" y="281939"/>
                  </a:lnTo>
                  <a:lnTo>
                    <a:pt x="2469947" y="218439"/>
                  </a:lnTo>
                  <a:lnTo>
                    <a:pt x="2493536" y="187959"/>
                  </a:lnTo>
                  <a:lnTo>
                    <a:pt x="2519447" y="160019"/>
                  </a:lnTo>
                  <a:lnTo>
                    <a:pt x="2547233" y="133349"/>
                  </a:lnTo>
                  <a:lnTo>
                    <a:pt x="2556759" y="126198"/>
                  </a:lnTo>
                  <a:lnTo>
                    <a:pt x="2556759" y="768468"/>
                  </a:lnTo>
                  <a:close/>
                </a:path>
              </a:pathLst>
            </a:custGeom>
            <a:solidFill>
              <a:srgbClr val="1C1C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850" cy="9751829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5505748" y="9074112"/>
            <a:ext cx="1963420" cy="680085"/>
          </a:xfrm>
          <a:custGeom>
            <a:avLst/>
            <a:gdLst/>
            <a:ahLst/>
            <a:cxnLst/>
            <a:rect l="l" t="t" r="r" b="b"/>
            <a:pathLst>
              <a:path w="1963419" h="680084">
                <a:moveTo>
                  <a:pt x="1963102" y="87922"/>
                </a:moveTo>
                <a:lnTo>
                  <a:pt x="1909457" y="82702"/>
                </a:lnTo>
                <a:lnTo>
                  <a:pt x="1859280" y="78473"/>
                </a:lnTo>
                <a:lnTo>
                  <a:pt x="1496504" y="55359"/>
                </a:lnTo>
                <a:lnTo>
                  <a:pt x="979754" y="10477"/>
                </a:lnTo>
                <a:lnTo>
                  <a:pt x="875334" y="368"/>
                </a:lnTo>
                <a:lnTo>
                  <a:pt x="863790" y="139"/>
                </a:lnTo>
                <a:lnTo>
                  <a:pt x="835812" y="0"/>
                </a:lnTo>
                <a:lnTo>
                  <a:pt x="801408" y="762"/>
                </a:lnTo>
                <a:lnTo>
                  <a:pt x="744740" y="7670"/>
                </a:lnTo>
                <a:lnTo>
                  <a:pt x="693813" y="21564"/>
                </a:lnTo>
                <a:lnTo>
                  <a:pt x="645541" y="41554"/>
                </a:lnTo>
                <a:lnTo>
                  <a:pt x="599541" y="67271"/>
                </a:lnTo>
                <a:lnTo>
                  <a:pt x="557682" y="98132"/>
                </a:lnTo>
                <a:lnTo>
                  <a:pt x="545833" y="108534"/>
                </a:lnTo>
                <a:lnTo>
                  <a:pt x="506018" y="98742"/>
                </a:lnTo>
                <a:lnTo>
                  <a:pt x="453974" y="92519"/>
                </a:lnTo>
                <a:lnTo>
                  <a:pt x="401396" y="92367"/>
                </a:lnTo>
                <a:lnTo>
                  <a:pt x="350520" y="98475"/>
                </a:lnTo>
                <a:lnTo>
                  <a:pt x="301383" y="110629"/>
                </a:lnTo>
                <a:lnTo>
                  <a:pt x="252526" y="129311"/>
                </a:lnTo>
                <a:lnTo>
                  <a:pt x="205981" y="153517"/>
                </a:lnTo>
                <a:lnTo>
                  <a:pt x="163830" y="182295"/>
                </a:lnTo>
                <a:lnTo>
                  <a:pt x="125818" y="216293"/>
                </a:lnTo>
                <a:lnTo>
                  <a:pt x="91198" y="255752"/>
                </a:lnTo>
                <a:lnTo>
                  <a:pt x="61226" y="298958"/>
                </a:lnTo>
                <a:lnTo>
                  <a:pt x="37147" y="344220"/>
                </a:lnTo>
                <a:lnTo>
                  <a:pt x="19151" y="391693"/>
                </a:lnTo>
                <a:lnTo>
                  <a:pt x="6781" y="442556"/>
                </a:lnTo>
                <a:lnTo>
                  <a:pt x="304" y="494499"/>
                </a:lnTo>
                <a:lnTo>
                  <a:pt x="0" y="545198"/>
                </a:lnTo>
                <a:lnTo>
                  <a:pt x="6299" y="595947"/>
                </a:lnTo>
                <a:lnTo>
                  <a:pt x="19050" y="646874"/>
                </a:lnTo>
                <a:lnTo>
                  <a:pt x="31292" y="679488"/>
                </a:lnTo>
                <a:lnTo>
                  <a:pt x="476948" y="679488"/>
                </a:lnTo>
                <a:lnTo>
                  <a:pt x="1963102" y="679500"/>
                </a:lnTo>
                <a:lnTo>
                  <a:pt x="1963102" y="87922"/>
                </a:lnTo>
                <a:close/>
              </a:path>
            </a:pathLst>
          </a:custGeom>
          <a:solidFill>
            <a:srgbClr val="1C1C1B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850" cy="9751829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5668327" y="9045817"/>
            <a:ext cx="1800860" cy="707390"/>
          </a:xfrm>
          <a:custGeom>
            <a:avLst/>
            <a:gdLst/>
            <a:ahLst/>
            <a:cxnLst/>
            <a:rect l="l" t="t" r="r" b="b"/>
            <a:pathLst>
              <a:path w="1800859" h="707390">
                <a:moveTo>
                  <a:pt x="1676697" y="1219"/>
                </a:moveTo>
                <a:lnTo>
                  <a:pt x="1676547" y="1219"/>
                </a:lnTo>
                <a:lnTo>
                  <a:pt x="1699347" y="0"/>
                </a:lnTo>
                <a:lnTo>
                  <a:pt x="1708033" y="0"/>
                </a:lnTo>
                <a:lnTo>
                  <a:pt x="1676697" y="1219"/>
                </a:lnTo>
                <a:close/>
              </a:path>
              <a:path w="1800859" h="707390">
                <a:moveTo>
                  <a:pt x="1624589" y="57149"/>
                </a:moveTo>
                <a:lnTo>
                  <a:pt x="1495405" y="57149"/>
                </a:lnTo>
                <a:lnTo>
                  <a:pt x="1510099" y="48259"/>
                </a:lnTo>
                <a:lnTo>
                  <a:pt x="1519326" y="44449"/>
                </a:lnTo>
                <a:lnTo>
                  <a:pt x="1522517" y="43179"/>
                </a:lnTo>
                <a:lnTo>
                  <a:pt x="1551083" y="30479"/>
                </a:lnTo>
                <a:lnTo>
                  <a:pt x="1555682" y="29209"/>
                </a:lnTo>
                <a:lnTo>
                  <a:pt x="1579758" y="20319"/>
                </a:lnTo>
                <a:lnTo>
                  <a:pt x="1589871" y="17779"/>
                </a:lnTo>
                <a:lnTo>
                  <a:pt x="1603838" y="13969"/>
                </a:lnTo>
                <a:lnTo>
                  <a:pt x="1638523" y="6349"/>
                </a:lnTo>
                <a:lnTo>
                  <a:pt x="1675978" y="1219"/>
                </a:lnTo>
                <a:lnTo>
                  <a:pt x="1678368" y="1219"/>
                </a:lnTo>
                <a:lnTo>
                  <a:pt x="1708033" y="0"/>
                </a:lnTo>
                <a:lnTo>
                  <a:pt x="1742430" y="0"/>
                </a:lnTo>
                <a:lnTo>
                  <a:pt x="1773624" y="3625"/>
                </a:lnTo>
                <a:lnTo>
                  <a:pt x="1774053" y="3625"/>
                </a:lnTo>
                <a:lnTo>
                  <a:pt x="1800522" y="7619"/>
                </a:lnTo>
                <a:lnTo>
                  <a:pt x="1800522" y="50679"/>
                </a:lnTo>
                <a:lnTo>
                  <a:pt x="1549091" y="50679"/>
                </a:lnTo>
                <a:lnTo>
                  <a:pt x="1595608" y="52069"/>
                </a:lnTo>
                <a:lnTo>
                  <a:pt x="1624589" y="57149"/>
                </a:lnTo>
                <a:close/>
              </a:path>
              <a:path w="1800859" h="707390">
                <a:moveTo>
                  <a:pt x="1773704" y="3625"/>
                </a:moveTo>
                <a:lnTo>
                  <a:pt x="1742430" y="0"/>
                </a:lnTo>
                <a:lnTo>
                  <a:pt x="1753841" y="1219"/>
                </a:lnTo>
                <a:lnTo>
                  <a:pt x="1773704" y="3625"/>
                </a:lnTo>
                <a:close/>
              </a:path>
              <a:path w="1800859" h="707390">
                <a:moveTo>
                  <a:pt x="1774238" y="3625"/>
                </a:moveTo>
                <a:lnTo>
                  <a:pt x="1773704" y="3625"/>
                </a:lnTo>
                <a:lnTo>
                  <a:pt x="1753841" y="1219"/>
                </a:lnTo>
                <a:lnTo>
                  <a:pt x="1742430" y="0"/>
                </a:lnTo>
                <a:lnTo>
                  <a:pt x="1750397" y="0"/>
                </a:lnTo>
                <a:lnTo>
                  <a:pt x="1774238" y="3625"/>
                </a:lnTo>
                <a:close/>
              </a:path>
              <a:path w="1800859" h="707390">
                <a:moveTo>
                  <a:pt x="1603838" y="13969"/>
                </a:moveTo>
                <a:lnTo>
                  <a:pt x="1626215" y="7619"/>
                </a:lnTo>
                <a:lnTo>
                  <a:pt x="1662692" y="2539"/>
                </a:lnTo>
                <a:lnTo>
                  <a:pt x="1676040" y="1219"/>
                </a:lnTo>
                <a:lnTo>
                  <a:pt x="1638523" y="6349"/>
                </a:lnTo>
                <a:lnTo>
                  <a:pt x="1603838" y="13969"/>
                </a:lnTo>
                <a:close/>
              </a:path>
              <a:path w="1800859" h="707390">
                <a:moveTo>
                  <a:pt x="1800522" y="7619"/>
                </a:moveTo>
                <a:lnTo>
                  <a:pt x="1774237" y="3625"/>
                </a:lnTo>
                <a:lnTo>
                  <a:pt x="1773322" y="3625"/>
                </a:lnTo>
                <a:lnTo>
                  <a:pt x="1787857" y="5079"/>
                </a:lnTo>
                <a:lnTo>
                  <a:pt x="1800522" y="7619"/>
                </a:lnTo>
                <a:close/>
              </a:path>
              <a:path w="1800859" h="707390">
                <a:moveTo>
                  <a:pt x="1599275" y="15239"/>
                </a:moveTo>
                <a:lnTo>
                  <a:pt x="1601569" y="13969"/>
                </a:lnTo>
                <a:lnTo>
                  <a:pt x="1603838" y="13969"/>
                </a:lnTo>
                <a:lnTo>
                  <a:pt x="1599275" y="15239"/>
                </a:lnTo>
                <a:close/>
              </a:path>
              <a:path w="1800859" h="707390">
                <a:moveTo>
                  <a:pt x="1556364" y="27939"/>
                </a:moveTo>
                <a:lnTo>
                  <a:pt x="1579758" y="20319"/>
                </a:lnTo>
                <a:lnTo>
                  <a:pt x="1565508" y="25399"/>
                </a:lnTo>
                <a:lnTo>
                  <a:pt x="1556364" y="27939"/>
                </a:lnTo>
                <a:close/>
              </a:path>
              <a:path w="1800859" h="707390">
                <a:moveTo>
                  <a:pt x="1551083" y="30479"/>
                </a:moveTo>
                <a:lnTo>
                  <a:pt x="1554063" y="29209"/>
                </a:lnTo>
                <a:lnTo>
                  <a:pt x="1555682" y="29209"/>
                </a:lnTo>
                <a:lnTo>
                  <a:pt x="1551083" y="30479"/>
                </a:lnTo>
                <a:close/>
              </a:path>
              <a:path w="1800859" h="707390">
                <a:moveTo>
                  <a:pt x="1522517" y="43179"/>
                </a:moveTo>
                <a:lnTo>
                  <a:pt x="1530965" y="38099"/>
                </a:lnTo>
                <a:lnTo>
                  <a:pt x="1551083" y="30479"/>
                </a:lnTo>
                <a:lnTo>
                  <a:pt x="1522517" y="43179"/>
                </a:lnTo>
                <a:close/>
              </a:path>
              <a:path w="1800859" h="707390">
                <a:moveTo>
                  <a:pt x="1497672" y="54609"/>
                </a:moveTo>
                <a:lnTo>
                  <a:pt x="1510099" y="48259"/>
                </a:lnTo>
                <a:lnTo>
                  <a:pt x="1503038" y="52069"/>
                </a:lnTo>
                <a:lnTo>
                  <a:pt x="1500319" y="53339"/>
                </a:lnTo>
                <a:lnTo>
                  <a:pt x="1497672" y="54609"/>
                </a:lnTo>
                <a:close/>
              </a:path>
              <a:path w="1800859" h="707390">
                <a:moveTo>
                  <a:pt x="1495405" y="57149"/>
                </a:moveTo>
                <a:lnTo>
                  <a:pt x="1493977" y="57149"/>
                </a:lnTo>
                <a:lnTo>
                  <a:pt x="1495265" y="56264"/>
                </a:lnTo>
                <a:lnTo>
                  <a:pt x="1500685" y="53339"/>
                </a:lnTo>
                <a:lnTo>
                  <a:pt x="1502967" y="52069"/>
                </a:lnTo>
                <a:lnTo>
                  <a:pt x="1503612" y="51760"/>
                </a:lnTo>
                <a:lnTo>
                  <a:pt x="1510099" y="48259"/>
                </a:lnTo>
                <a:lnTo>
                  <a:pt x="1495405" y="57149"/>
                </a:lnTo>
                <a:close/>
              </a:path>
              <a:path w="1800859" h="707390">
                <a:moveTo>
                  <a:pt x="1450722" y="83819"/>
                </a:moveTo>
                <a:lnTo>
                  <a:pt x="757059" y="83819"/>
                </a:lnTo>
                <a:lnTo>
                  <a:pt x="869183" y="82549"/>
                </a:lnTo>
                <a:lnTo>
                  <a:pt x="962446" y="80009"/>
                </a:lnTo>
                <a:lnTo>
                  <a:pt x="1256047" y="64769"/>
                </a:lnTo>
                <a:lnTo>
                  <a:pt x="1441103" y="53339"/>
                </a:lnTo>
                <a:lnTo>
                  <a:pt x="1503309" y="50679"/>
                </a:lnTo>
                <a:lnTo>
                  <a:pt x="1505364" y="50679"/>
                </a:lnTo>
                <a:lnTo>
                  <a:pt x="1497672" y="54609"/>
                </a:lnTo>
                <a:lnTo>
                  <a:pt x="1493624" y="57149"/>
                </a:lnTo>
                <a:lnTo>
                  <a:pt x="1486197" y="60959"/>
                </a:lnTo>
                <a:lnTo>
                  <a:pt x="1471159" y="70365"/>
                </a:lnTo>
                <a:lnTo>
                  <a:pt x="1470916" y="70533"/>
                </a:lnTo>
                <a:lnTo>
                  <a:pt x="1465892" y="73659"/>
                </a:lnTo>
                <a:lnTo>
                  <a:pt x="1466820" y="73659"/>
                </a:lnTo>
                <a:lnTo>
                  <a:pt x="1465357" y="74929"/>
                </a:lnTo>
                <a:lnTo>
                  <a:pt x="1455062" y="81279"/>
                </a:lnTo>
                <a:lnTo>
                  <a:pt x="1450722" y="83819"/>
                </a:lnTo>
                <a:close/>
              </a:path>
              <a:path w="1800859" h="707390">
                <a:moveTo>
                  <a:pt x="1595608" y="52069"/>
                </a:moveTo>
                <a:lnTo>
                  <a:pt x="1549091" y="50679"/>
                </a:lnTo>
                <a:lnTo>
                  <a:pt x="1574186" y="50679"/>
                </a:lnTo>
                <a:lnTo>
                  <a:pt x="1595608" y="52069"/>
                </a:lnTo>
                <a:close/>
              </a:path>
              <a:path w="1800859" h="707390">
                <a:moveTo>
                  <a:pt x="1800522" y="707389"/>
                </a:moveTo>
                <a:lnTo>
                  <a:pt x="1328097" y="707389"/>
                </a:lnTo>
                <a:lnTo>
                  <a:pt x="1311919" y="679449"/>
                </a:lnTo>
                <a:lnTo>
                  <a:pt x="1281380" y="610869"/>
                </a:lnTo>
                <a:lnTo>
                  <a:pt x="1263074" y="539749"/>
                </a:lnTo>
                <a:lnTo>
                  <a:pt x="1258073" y="501649"/>
                </a:lnTo>
                <a:lnTo>
                  <a:pt x="1255930" y="463549"/>
                </a:lnTo>
                <a:lnTo>
                  <a:pt x="1256645" y="426719"/>
                </a:lnTo>
                <a:lnTo>
                  <a:pt x="1268551" y="353059"/>
                </a:lnTo>
                <a:lnTo>
                  <a:pt x="1291887" y="281939"/>
                </a:lnTo>
                <a:lnTo>
                  <a:pt x="1313592" y="238759"/>
                </a:lnTo>
                <a:lnTo>
                  <a:pt x="1331537" y="234949"/>
                </a:lnTo>
                <a:lnTo>
                  <a:pt x="1370543" y="220979"/>
                </a:lnTo>
                <a:lnTo>
                  <a:pt x="1423412" y="196849"/>
                </a:lnTo>
                <a:lnTo>
                  <a:pt x="1482744" y="167639"/>
                </a:lnTo>
                <a:lnTo>
                  <a:pt x="1541139" y="135889"/>
                </a:lnTo>
                <a:lnTo>
                  <a:pt x="1591195" y="106679"/>
                </a:lnTo>
                <a:lnTo>
                  <a:pt x="1625513" y="81279"/>
                </a:lnTo>
                <a:lnTo>
                  <a:pt x="1636692" y="64769"/>
                </a:lnTo>
                <a:lnTo>
                  <a:pt x="1624589" y="57149"/>
                </a:lnTo>
                <a:lnTo>
                  <a:pt x="1595608" y="52069"/>
                </a:lnTo>
                <a:lnTo>
                  <a:pt x="1574186" y="50679"/>
                </a:lnTo>
                <a:lnTo>
                  <a:pt x="1800522" y="50679"/>
                </a:lnTo>
                <a:lnTo>
                  <a:pt x="1800522" y="707389"/>
                </a:lnTo>
                <a:close/>
              </a:path>
              <a:path w="1800859" h="707390">
                <a:moveTo>
                  <a:pt x="1495265" y="56264"/>
                </a:moveTo>
                <a:lnTo>
                  <a:pt x="1497672" y="54609"/>
                </a:lnTo>
                <a:lnTo>
                  <a:pt x="1502967" y="52069"/>
                </a:lnTo>
                <a:lnTo>
                  <a:pt x="1500685" y="53339"/>
                </a:lnTo>
                <a:lnTo>
                  <a:pt x="1495265" y="56264"/>
                </a:lnTo>
                <a:close/>
              </a:path>
              <a:path w="1800859" h="707390">
                <a:moveTo>
                  <a:pt x="1407276" y="119676"/>
                </a:moveTo>
                <a:lnTo>
                  <a:pt x="1406640" y="119676"/>
                </a:lnTo>
                <a:lnTo>
                  <a:pt x="1407012" y="119328"/>
                </a:lnTo>
                <a:lnTo>
                  <a:pt x="1433929" y="96965"/>
                </a:lnTo>
                <a:lnTo>
                  <a:pt x="1434603" y="96519"/>
                </a:lnTo>
                <a:lnTo>
                  <a:pt x="1434746" y="96281"/>
                </a:lnTo>
                <a:lnTo>
                  <a:pt x="1436132" y="95149"/>
                </a:lnTo>
                <a:lnTo>
                  <a:pt x="1448489" y="86095"/>
                </a:lnTo>
                <a:lnTo>
                  <a:pt x="1465357" y="74929"/>
                </a:lnTo>
                <a:lnTo>
                  <a:pt x="1466820" y="73659"/>
                </a:lnTo>
                <a:lnTo>
                  <a:pt x="1475976" y="67658"/>
                </a:lnTo>
                <a:lnTo>
                  <a:pt x="1487166" y="60959"/>
                </a:lnTo>
                <a:lnTo>
                  <a:pt x="1493624" y="57149"/>
                </a:lnTo>
                <a:lnTo>
                  <a:pt x="1495265" y="56264"/>
                </a:lnTo>
                <a:lnTo>
                  <a:pt x="1493977" y="57149"/>
                </a:lnTo>
                <a:lnTo>
                  <a:pt x="1624589" y="57149"/>
                </a:lnTo>
                <a:lnTo>
                  <a:pt x="1636692" y="64769"/>
                </a:lnTo>
                <a:lnTo>
                  <a:pt x="1625513" y="81279"/>
                </a:lnTo>
                <a:lnTo>
                  <a:pt x="1591195" y="106679"/>
                </a:lnTo>
                <a:lnTo>
                  <a:pt x="1569520" y="119328"/>
                </a:lnTo>
                <a:lnTo>
                  <a:pt x="1407640" y="119328"/>
                </a:lnTo>
                <a:lnTo>
                  <a:pt x="1407276" y="119676"/>
                </a:lnTo>
                <a:close/>
              </a:path>
              <a:path w="1800859" h="707390">
                <a:moveTo>
                  <a:pt x="1477467" y="66681"/>
                </a:moveTo>
                <a:lnTo>
                  <a:pt x="1486197" y="60959"/>
                </a:lnTo>
                <a:lnTo>
                  <a:pt x="1493624" y="57149"/>
                </a:lnTo>
                <a:lnTo>
                  <a:pt x="1487226" y="60959"/>
                </a:lnTo>
                <a:lnTo>
                  <a:pt x="1477467" y="66681"/>
                </a:lnTo>
                <a:close/>
              </a:path>
              <a:path w="1800859" h="707390">
                <a:moveTo>
                  <a:pt x="1474362" y="68579"/>
                </a:moveTo>
                <a:lnTo>
                  <a:pt x="1477467" y="66681"/>
                </a:lnTo>
                <a:lnTo>
                  <a:pt x="1475976" y="67658"/>
                </a:lnTo>
                <a:lnTo>
                  <a:pt x="1474362" y="68579"/>
                </a:lnTo>
                <a:close/>
              </a:path>
              <a:path w="1800859" h="707390">
                <a:moveTo>
                  <a:pt x="1470266" y="71025"/>
                </a:moveTo>
                <a:lnTo>
                  <a:pt x="1470402" y="70865"/>
                </a:lnTo>
                <a:lnTo>
                  <a:pt x="1470937" y="70533"/>
                </a:lnTo>
                <a:lnTo>
                  <a:pt x="1474362" y="68579"/>
                </a:lnTo>
                <a:lnTo>
                  <a:pt x="1471081" y="70533"/>
                </a:lnTo>
                <a:lnTo>
                  <a:pt x="1470592" y="70865"/>
                </a:lnTo>
                <a:lnTo>
                  <a:pt x="1470106" y="71025"/>
                </a:lnTo>
                <a:lnTo>
                  <a:pt x="1470266" y="71025"/>
                </a:lnTo>
                <a:close/>
              </a:path>
              <a:path w="1800859" h="707390">
                <a:moveTo>
                  <a:pt x="1469423" y="71533"/>
                </a:moveTo>
                <a:lnTo>
                  <a:pt x="1470106" y="71025"/>
                </a:lnTo>
                <a:lnTo>
                  <a:pt x="1470592" y="70865"/>
                </a:lnTo>
                <a:lnTo>
                  <a:pt x="1470290" y="71025"/>
                </a:lnTo>
                <a:lnTo>
                  <a:pt x="1469471" y="71533"/>
                </a:lnTo>
                <a:close/>
              </a:path>
              <a:path w="1800859" h="707390">
                <a:moveTo>
                  <a:pt x="1466278" y="73443"/>
                </a:moveTo>
                <a:lnTo>
                  <a:pt x="1469035" y="71767"/>
                </a:lnTo>
                <a:lnTo>
                  <a:pt x="1469324" y="71533"/>
                </a:lnTo>
                <a:lnTo>
                  <a:pt x="1470145" y="71025"/>
                </a:lnTo>
                <a:lnTo>
                  <a:pt x="1469454" y="71533"/>
                </a:lnTo>
                <a:lnTo>
                  <a:pt x="1469035" y="71767"/>
                </a:lnTo>
                <a:lnTo>
                  <a:pt x="1469172" y="71767"/>
                </a:lnTo>
                <a:lnTo>
                  <a:pt x="1466263" y="73443"/>
                </a:lnTo>
                <a:close/>
              </a:path>
              <a:path w="1800859" h="707390">
                <a:moveTo>
                  <a:pt x="1466820" y="73659"/>
                </a:moveTo>
                <a:lnTo>
                  <a:pt x="1465904" y="73659"/>
                </a:lnTo>
                <a:lnTo>
                  <a:pt x="1469172" y="71767"/>
                </a:lnTo>
                <a:lnTo>
                  <a:pt x="1467150" y="73443"/>
                </a:lnTo>
                <a:lnTo>
                  <a:pt x="1466820" y="73659"/>
                </a:lnTo>
                <a:close/>
              </a:path>
              <a:path w="1800859" h="707390">
                <a:moveTo>
                  <a:pt x="1448489" y="86095"/>
                </a:moveTo>
                <a:lnTo>
                  <a:pt x="1455062" y="81279"/>
                </a:lnTo>
                <a:lnTo>
                  <a:pt x="1465357" y="74929"/>
                </a:lnTo>
                <a:lnTo>
                  <a:pt x="1448489" y="86095"/>
                </a:lnTo>
                <a:close/>
              </a:path>
              <a:path w="1800859" h="707390">
                <a:moveTo>
                  <a:pt x="1328097" y="707389"/>
                </a:moveTo>
                <a:lnTo>
                  <a:pt x="42537" y="707389"/>
                </a:lnTo>
                <a:lnTo>
                  <a:pt x="39350" y="701039"/>
                </a:lnTo>
                <a:lnTo>
                  <a:pt x="20300" y="651509"/>
                </a:lnTo>
                <a:lnTo>
                  <a:pt x="7560" y="599439"/>
                </a:lnTo>
                <a:lnTo>
                  <a:pt x="1250" y="547369"/>
                </a:lnTo>
                <a:lnTo>
                  <a:pt x="0" y="520699"/>
                </a:lnTo>
                <a:lnTo>
                  <a:pt x="535" y="494029"/>
                </a:lnTo>
                <a:lnTo>
                  <a:pt x="6965" y="441959"/>
                </a:lnTo>
                <a:lnTo>
                  <a:pt x="18990" y="389889"/>
                </a:lnTo>
                <a:lnTo>
                  <a:pt x="37445" y="340359"/>
                </a:lnTo>
                <a:lnTo>
                  <a:pt x="62091" y="293369"/>
                </a:lnTo>
                <a:lnTo>
                  <a:pt x="91737" y="248919"/>
                </a:lnTo>
                <a:lnTo>
                  <a:pt x="127218" y="209549"/>
                </a:lnTo>
                <a:lnTo>
                  <a:pt x="166985" y="173989"/>
                </a:lnTo>
                <a:lnTo>
                  <a:pt x="210442" y="143509"/>
                </a:lnTo>
                <a:lnTo>
                  <a:pt x="257737" y="117998"/>
                </a:lnTo>
                <a:lnTo>
                  <a:pt x="306883" y="99059"/>
                </a:lnTo>
                <a:lnTo>
                  <a:pt x="332984" y="91330"/>
                </a:lnTo>
                <a:lnTo>
                  <a:pt x="333170" y="91330"/>
                </a:lnTo>
                <a:lnTo>
                  <a:pt x="358437" y="86359"/>
                </a:lnTo>
                <a:lnTo>
                  <a:pt x="389423" y="82549"/>
                </a:lnTo>
                <a:lnTo>
                  <a:pt x="424160" y="80009"/>
                </a:lnTo>
                <a:lnTo>
                  <a:pt x="467779" y="80009"/>
                </a:lnTo>
                <a:lnTo>
                  <a:pt x="699107" y="83819"/>
                </a:lnTo>
                <a:lnTo>
                  <a:pt x="1450722" y="83819"/>
                </a:lnTo>
                <a:lnTo>
                  <a:pt x="1396722" y="128269"/>
                </a:lnTo>
                <a:lnTo>
                  <a:pt x="1369575" y="157479"/>
                </a:lnTo>
                <a:lnTo>
                  <a:pt x="1368337" y="158749"/>
                </a:lnTo>
                <a:lnTo>
                  <a:pt x="1367477" y="159803"/>
                </a:lnTo>
                <a:lnTo>
                  <a:pt x="1360340" y="167639"/>
                </a:lnTo>
                <a:lnTo>
                  <a:pt x="1343203" y="186689"/>
                </a:lnTo>
                <a:lnTo>
                  <a:pt x="1319510" y="219709"/>
                </a:lnTo>
                <a:lnTo>
                  <a:pt x="1314079" y="237194"/>
                </a:lnTo>
                <a:lnTo>
                  <a:pt x="1314010" y="237417"/>
                </a:lnTo>
                <a:lnTo>
                  <a:pt x="1313230" y="238759"/>
                </a:lnTo>
                <a:lnTo>
                  <a:pt x="1291887" y="281939"/>
                </a:lnTo>
                <a:lnTo>
                  <a:pt x="1268551" y="353059"/>
                </a:lnTo>
                <a:lnTo>
                  <a:pt x="1256645" y="426719"/>
                </a:lnTo>
                <a:lnTo>
                  <a:pt x="1255930" y="463549"/>
                </a:lnTo>
                <a:lnTo>
                  <a:pt x="1258073" y="501649"/>
                </a:lnTo>
                <a:lnTo>
                  <a:pt x="1263074" y="539749"/>
                </a:lnTo>
                <a:lnTo>
                  <a:pt x="1281380" y="610869"/>
                </a:lnTo>
                <a:lnTo>
                  <a:pt x="1295221" y="646429"/>
                </a:lnTo>
                <a:lnTo>
                  <a:pt x="1311919" y="679449"/>
                </a:lnTo>
                <a:lnTo>
                  <a:pt x="1328097" y="707389"/>
                </a:lnTo>
                <a:close/>
              </a:path>
              <a:path w="1800859" h="707390">
                <a:moveTo>
                  <a:pt x="1440784" y="91330"/>
                </a:moveTo>
                <a:lnTo>
                  <a:pt x="1442888" y="89621"/>
                </a:lnTo>
                <a:lnTo>
                  <a:pt x="1443163" y="89621"/>
                </a:lnTo>
                <a:lnTo>
                  <a:pt x="1448090" y="86359"/>
                </a:lnTo>
                <a:lnTo>
                  <a:pt x="1440784" y="91330"/>
                </a:lnTo>
                <a:close/>
              </a:path>
              <a:path w="1800859" h="707390">
                <a:moveTo>
                  <a:pt x="1440580" y="91330"/>
                </a:moveTo>
                <a:lnTo>
                  <a:pt x="1442888" y="89621"/>
                </a:lnTo>
                <a:lnTo>
                  <a:pt x="1443163" y="89621"/>
                </a:lnTo>
                <a:lnTo>
                  <a:pt x="1440580" y="91330"/>
                </a:lnTo>
                <a:close/>
              </a:path>
              <a:path w="1800859" h="707390">
                <a:moveTo>
                  <a:pt x="1438318" y="93006"/>
                </a:moveTo>
                <a:lnTo>
                  <a:pt x="1440580" y="91330"/>
                </a:lnTo>
                <a:lnTo>
                  <a:pt x="1440784" y="91330"/>
                </a:lnTo>
                <a:lnTo>
                  <a:pt x="1438318" y="93006"/>
                </a:lnTo>
                <a:close/>
              </a:path>
              <a:path w="1800859" h="707390">
                <a:moveTo>
                  <a:pt x="1438742" y="93006"/>
                </a:moveTo>
                <a:lnTo>
                  <a:pt x="1440580" y="91330"/>
                </a:lnTo>
                <a:lnTo>
                  <a:pt x="1440794" y="91330"/>
                </a:lnTo>
                <a:lnTo>
                  <a:pt x="1438742" y="93006"/>
                </a:lnTo>
                <a:close/>
              </a:path>
              <a:path w="1800859" h="707390">
                <a:moveTo>
                  <a:pt x="1431088" y="98844"/>
                </a:moveTo>
                <a:lnTo>
                  <a:pt x="1435570" y="95149"/>
                </a:lnTo>
                <a:lnTo>
                  <a:pt x="1434747" y="96281"/>
                </a:lnTo>
                <a:lnTo>
                  <a:pt x="1433918" y="96965"/>
                </a:lnTo>
                <a:lnTo>
                  <a:pt x="1431088" y="98844"/>
                </a:lnTo>
                <a:close/>
              </a:path>
              <a:path w="1800859" h="707390">
                <a:moveTo>
                  <a:pt x="1407012" y="119328"/>
                </a:moveTo>
                <a:lnTo>
                  <a:pt x="1424999" y="102869"/>
                </a:lnTo>
                <a:lnTo>
                  <a:pt x="1430761" y="99059"/>
                </a:lnTo>
                <a:lnTo>
                  <a:pt x="1408607" y="117998"/>
                </a:lnTo>
                <a:lnTo>
                  <a:pt x="1407012" y="119328"/>
                </a:lnTo>
                <a:close/>
              </a:path>
              <a:path w="1800859" h="707390">
                <a:moveTo>
                  <a:pt x="1402584" y="123497"/>
                </a:moveTo>
                <a:lnTo>
                  <a:pt x="1408223" y="117998"/>
                </a:lnTo>
                <a:lnTo>
                  <a:pt x="1408465" y="117998"/>
                </a:lnTo>
                <a:lnTo>
                  <a:pt x="1406640" y="119676"/>
                </a:lnTo>
                <a:lnTo>
                  <a:pt x="1407276" y="119676"/>
                </a:lnTo>
                <a:lnTo>
                  <a:pt x="1402584" y="123497"/>
                </a:lnTo>
                <a:close/>
              </a:path>
              <a:path w="1800859" h="707390">
                <a:moveTo>
                  <a:pt x="1314346" y="237417"/>
                </a:moveTo>
                <a:lnTo>
                  <a:pt x="1323566" y="220979"/>
                </a:lnTo>
                <a:lnTo>
                  <a:pt x="1324210" y="219709"/>
                </a:lnTo>
                <a:lnTo>
                  <a:pt x="1326415" y="215899"/>
                </a:lnTo>
                <a:lnTo>
                  <a:pt x="1347608" y="184149"/>
                </a:lnTo>
                <a:lnTo>
                  <a:pt x="1369575" y="157479"/>
                </a:lnTo>
                <a:lnTo>
                  <a:pt x="1370945" y="156209"/>
                </a:lnTo>
                <a:lnTo>
                  <a:pt x="1372820" y="153669"/>
                </a:lnTo>
                <a:lnTo>
                  <a:pt x="1375275" y="151129"/>
                </a:lnTo>
                <a:lnTo>
                  <a:pt x="1378470" y="147319"/>
                </a:lnTo>
                <a:lnTo>
                  <a:pt x="1407640" y="119328"/>
                </a:lnTo>
                <a:lnTo>
                  <a:pt x="1569520" y="119328"/>
                </a:lnTo>
                <a:lnTo>
                  <a:pt x="1541139" y="135889"/>
                </a:lnTo>
                <a:lnTo>
                  <a:pt x="1482744" y="167639"/>
                </a:lnTo>
                <a:lnTo>
                  <a:pt x="1423412" y="196849"/>
                </a:lnTo>
                <a:lnTo>
                  <a:pt x="1370543" y="220979"/>
                </a:lnTo>
                <a:lnTo>
                  <a:pt x="1331537" y="234949"/>
                </a:lnTo>
                <a:lnTo>
                  <a:pt x="1314346" y="237417"/>
                </a:lnTo>
                <a:close/>
              </a:path>
              <a:path w="1800859" h="707390">
                <a:moveTo>
                  <a:pt x="1382440" y="143509"/>
                </a:moveTo>
                <a:lnTo>
                  <a:pt x="1390040" y="135889"/>
                </a:lnTo>
                <a:lnTo>
                  <a:pt x="1402584" y="123497"/>
                </a:lnTo>
                <a:lnTo>
                  <a:pt x="1407276" y="119676"/>
                </a:lnTo>
                <a:lnTo>
                  <a:pt x="1382440" y="143509"/>
                </a:lnTo>
                <a:close/>
              </a:path>
              <a:path w="1800859" h="707390">
                <a:moveTo>
                  <a:pt x="1378470" y="147319"/>
                </a:moveTo>
                <a:lnTo>
                  <a:pt x="1396722" y="128269"/>
                </a:lnTo>
                <a:lnTo>
                  <a:pt x="1402584" y="123497"/>
                </a:lnTo>
                <a:lnTo>
                  <a:pt x="1378470" y="147319"/>
                </a:lnTo>
                <a:close/>
              </a:path>
              <a:path w="1800859" h="707390">
                <a:moveTo>
                  <a:pt x="1372820" y="153669"/>
                </a:moveTo>
                <a:lnTo>
                  <a:pt x="1378470" y="147319"/>
                </a:lnTo>
                <a:lnTo>
                  <a:pt x="1375275" y="151129"/>
                </a:lnTo>
                <a:lnTo>
                  <a:pt x="1372820" y="153669"/>
                </a:lnTo>
                <a:close/>
              </a:path>
              <a:path w="1800859" h="707390">
                <a:moveTo>
                  <a:pt x="1369575" y="157479"/>
                </a:moveTo>
                <a:lnTo>
                  <a:pt x="1372820" y="153669"/>
                </a:lnTo>
                <a:lnTo>
                  <a:pt x="1370945" y="156209"/>
                </a:lnTo>
                <a:lnTo>
                  <a:pt x="1369575" y="157479"/>
                </a:lnTo>
                <a:close/>
              </a:path>
              <a:path w="1800859" h="707390">
                <a:moveTo>
                  <a:pt x="1314079" y="237194"/>
                </a:moveTo>
                <a:lnTo>
                  <a:pt x="1319510" y="219709"/>
                </a:lnTo>
                <a:lnTo>
                  <a:pt x="1343203" y="186689"/>
                </a:lnTo>
                <a:lnTo>
                  <a:pt x="1367477" y="159803"/>
                </a:lnTo>
                <a:lnTo>
                  <a:pt x="1347608" y="184149"/>
                </a:lnTo>
                <a:lnTo>
                  <a:pt x="1326415" y="215899"/>
                </a:lnTo>
                <a:lnTo>
                  <a:pt x="1324278" y="219709"/>
                </a:lnTo>
                <a:lnTo>
                  <a:pt x="1323475" y="220979"/>
                </a:lnTo>
                <a:lnTo>
                  <a:pt x="1314079" y="237194"/>
                </a:lnTo>
                <a:close/>
              </a:path>
              <a:path w="1800859" h="707390">
                <a:moveTo>
                  <a:pt x="1313592" y="238759"/>
                </a:moveTo>
                <a:lnTo>
                  <a:pt x="1313961" y="237417"/>
                </a:lnTo>
                <a:lnTo>
                  <a:pt x="1323475" y="220979"/>
                </a:lnTo>
                <a:lnTo>
                  <a:pt x="1319291" y="228599"/>
                </a:lnTo>
                <a:lnTo>
                  <a:pt x="1313592" y="238759"/>
                </a:lnTo>
                <a:close/>
              </a:path>
              <a:path w="1800859" h="707390">
                <a:moveTo>
                  <a:pt x="1307722" y="248919"/>
                </a:moveTo>
                <a:lnTo>
                  <a:pt x="1313958" y="237417"/>
                </a:lnTo>
                <a:lnTo>
                  <a:pt x="1313592" y="238759"/>
                </a:lnTo>
                <a:lnTo>
                  <a:pt x="1307722" y="248919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XA {38} Krrish Purabiya</dc:creator>
  <cp:keywords>DAHBmLONzYc,BAE0sLKC0qY,0</cp:keywords>
  <dc:title>C_Tic-Tac-Toe_Engineering.pdf</dc:title>
  <dcterms:created xsi:type="dcterms:W3CDTF">2026-04-23T16:48:12Z</dcterms:created>
  <dcterms:modified xsi:type="dcterms:W3CDTF">2026-04-23T16:48:12Z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2026-02-17T00:00:00Z</vt:filetime>
  </property>
  <property fmtid="{D5CDD505-2E9C-101B-9397-08002B2CF9AE}" pid="3" name="Creator">
    <vt:lpwstr>Canva</vt:lpwstr>
  </property>
  <property fmtid="{D5CDD505-2E9C-101B-9397-08002B2CF9AE}" pid="4" name="LastSaved">
    <vt:filetime>2026-04-23T00:00:00Z</vt:filetime>
  </property>
  <property fmtid="{D5CDD505-2E9C-101B-9397-08002B2CF9AE}" pid="5" name="Producer">
    <vt:lpwstr>Canva</vt:lpwstr>
  </property>
</Properties>
</file>